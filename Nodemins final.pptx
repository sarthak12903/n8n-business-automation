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4400" b="0" u="none" strike="noStrike">
                <a:solidFill>
                  <a:schemeClr val="dk1"/>
                </a:solidFill>
                <a:effectLst/>
                <a:uFillTx/>
                <a:latin typeface="Calibri"/>
              </a:rPr>
              <a:t>Click to move the slide</a:t>
            </a:r>
          </a:p>
        </p:txBody>
      </p:sp>
      <p:sp>
        <p:nvSpPr>
          <p:cNvPr id="6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IN" sz="2000" b="0" u="none" strike="noStrike">
                <a:solidFill>
                  <a:srgbClr val="000000"/>
                </a:solidFill>
                <a:effectLst/>
                <a:uFillTx/>
                <a:latin typeface="Arial"/>
              </a:rPr>
              <a:t>Click to edit the notes format</a:t>
            </a:r>
          </a:p>
        </p:txBody>
      </p:sp>
      <p:sp>
        <p:nvSpPr>
          <p:cNvPr id="67"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u="none" strike="noStrike">
                <a:solidFill>
                  <a:srgbClr val="000000"/>
                </a:solidFill>
                <a:effectLst/>
                <a:uFillTx/>
                <a:latin typeface="Times New Roman"/>
              </a:rPr>
              <a:t>&lt;header&gt;</a:t>
            </a:r>
          </a:p>
        </p:txBody>
      </p:sp>
      <p:sp>
        <p:nvSpPr>
          <p:cNvPr id="68"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p>
        </p:txBody>
      </p:sp>
      <p:sp>
        <p:nvSpPr>
          <p:cNvPr id="69"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p>
        </p:txBody>
      </p:sp>
      <p:sp>
        <p:nvSpPr>
          <p:cNvPr id="70"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63435435-22D8-4C14-A520-CDB86F2DB052}"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noRot="1" noChangeAspect="1"/>
          </p:cNvSpPr>
          <p:nvPr>
            <p:ph type="sldImg"/>
          </p:nvPr>
        </p:nvSpPr>
        <p:spPr>
          <a:xfrm>
            <a:off x="381000" y="685800"/>
            <a:ext cx="6096000" cy="3429000"/>
          </a:xfrm>
          <a:prstGeom prst="rect">
            <a:avLst/>
          </a:prstGeom>
          <a:ln w="0">
            <a:noFill/>
          </a:ln>
        </p:spPr>
      </p:sp>
      <p:sp>
        <p:nvSpPr>
          <p:cNvPr id="137" name="PlaceHolder 2"/>
          <p:cNvSpPr>
            <a:spLocks noGrp="1"/>
          </p:cNvSpPr>
          <p:nvPr>
            <p:ph type="body"/>
          </p:nvPr>
        </p:nvSpPr>
        <p:spPr>
          <a:xfrm>
            <a:off x="685800" y="4343400"/>
            <a:ext cx="5486040" cy="4114440"/>
          </a:xfrm>
          <a:prstGeom prst="rect">
            <a:avLst/>
          </a:prstGeom>
          <a:noFill/>
          <a:ln w="0">
            <a:noFill/>
          </a:ln>
        </p:spPr>
        <p:txBody>
          <a:bodyPr lIns="91440" tIns="45720" rIns="91440" bIns="45720" numCol="1" spcCol="0" anchor="t">
            <a:noAutofit/>
          </a:bodyPr>
          <a:lstStyle/>
          <a:p>
            <a:pPr indent="0">
              <a:buNone/>
            </a:pPr>
            <a:endParaRPr lang="en-IN" sz="1800" b="0" u="none" strike="noStrike">
              <a:solidFill>
                <a:srgbClr val="000000"/>
              </a:solidFill>
              <a:effectLst/>
              <a:uFillTx/>
              <a:latin typeface="Arial"/>
            </a:endParaRPr>
          </a:p>
        </p:txBody>
      </p:sp>
      <p:sp>
        <p:nvSpPr>
          <p:cNvPr id="138"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D424C7-699B-438F-A25E-369E7934583B}" type="slidenum">
              <a:rPr lang="en-US" sz="1200" b="0" u="none" strike="noStrike">
                <a:solidFill>
                  <a:srgbClr val="000000"/>
                </a:solidFill>
                <a:effectLst/>
                <a:uFillTx/>
                <a:latin typeface="Times New Roman"/>
              </a:rPr>
              <a:t>2</a:t>
            </a:fld>
            <a:endParaRPr lang="en-IN"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noRot="1" noChangeAspect="1"/>
          </p:cNvSpPr>
          <p:nvPr>
            <p:ph type="sldImg"/>
          </p:nvPr>
        </p:nvSpPr>
        <p:spPr>
          <a:xfrm>
            <a:off x="381000" y="685800"/>
            <a:ext cx="6096000" cy="3429000"/>
          </a:xfrm>
          <a:prstGeom prst="rect">
            <a:avLst/>
          </a:prstGeom>
          <a:ln w="0">
            <a:noFill/>
          </a:ln>
        </p:spPr>
      </p:sp>
      <p:sp>
        <p:nvSpPr>
          <p:cNvPr id="140" name="PlaceHolder 2"/>
          <p:cNvSpPr>
            <a:spLocks noGrp="1"/>
          </p:cNvSpPr>
          <p:nvPr>
            <p:ph type="body"/>
          </p:nvPr>
        </p:nvSpPr>
        <p:spPr>
          <a:xfrm>
            <a:off x="685800" y="4343400"/>
            <a:ext cx="5486040" cy="4114440"/>
          </a:xfrm>
          <a:prstGeom prst="rect">
            <a:avLst/>
          </a:prstGeom>
          <a:noFill/>
          <a:ln w="0">
            <a:noFill/>
          </a:ln>
        </p:spPr>
        <p:txBody>
          <a:bodyPr lIns="91440" tIns="45720" rIns="91440" bIns="45720" numCol="1" spcCol="0" anchor="t">
            <a:noAutofit/>
          </a:bodyPr>
          <a:lstStyle/>
          <a:p>
            <a:pPr indent="0">
              <a:buNone/>
            </a:pPr>
            <a:endParaRPr lang="en-IN" sz="1800" b="0" u="none" strike="noStrike">
              <a:solidFill>
                <a:srgbClr val="000000"/>
              </a:solidFill>
              <a:effectLst/>
              <a:uFillTx/>
              <a:latin typeface="Arial"/>
            </a:endParaRPr>
          </a:p>
        </p:txBody>
      </p:sp>
      <p:sp>
        <p:nvSpPr>
          <p:cNvPr id="141"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562D91A-87F2-44B5-A366-C3F9E35D0371}" type="slidenum">
              <a:rPr lang="en-US" sz="1200" b="0" u="none" strike="noStrike">
                <a:solidFill>
                  <a:srgbClr val="000000"/>
                </a:solidFill>
                <a:effectLst/>
                <a:uFillTx/>
                <a:latin typeface="Times New Roman"/>
              </a:rPr>
              <a:t>3</a:t>
            </a:fld>
            <a:endParaRPr lang="en-IN"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381000" y="685800"/>
            <a:ext cx="6096000" cy="3429000"/>
          </a:xfrm>
          <a:prstGeom prst="rect">
            <a:avLst/>
          </a:prstGeom>
          <a:ln w="0">
            <a:noFill/>
          </a:ln>
        </p:spPr>
      </p:sp>
      <p:sp>
        <p:nvSpPr>
          <p:cNvPr id="143" name="PlaceHolder 2"/>
          <p:cNvSpPr>
            <a:spLocks noGrp="1"/>
          </p:cNvSpPr>
          <p:nvPr>
            <p:ph type="body"/>
          </p:nvPr>
        </p:nvSpPr>
        <p:spPr>
          <a:xfrm>
            <a:off x="685800" y="4343400"/>
            <a:ext cx="5486040" cy="4114440"/>
          </a:xfrm>
          <a:prstGeom prst="rect">
            <a:avLst/>
          </a:prstGeom>
          <a:noFill/>
          <a:ln w="0">
            <a:noFill/>
          </a:ln>
        </p:spPr>
        <p:txBody>
          <a:bodyPr lIns="91440" tIns="45720" rIns="91440" bIns="45720" numCol="1" spcCol="0" anchor="t">
            <a:noAutofit/>
          </a:bodyPr>
          <a:lstStyle/>
          <a:p>
            <a:pPr indent="0">
              <a:buNone/>
            </a:pPr>
            <a:endParaRPr lang="en-IN" sz="1800" b="0" u="none" strike="noStrike">
              <a:solidFill>
                <a:srgbClr val="000000"/>
              </a:solidFill>
              <a:effectLst/>
              <a:uFillTx/>
              <a:latin typeface="Arial"/>
            </a:endParaRPr>
          </a:p>
        </p:txBody>
      </p:sp>
      <p:sp>
        <p:nvSpPr>
          <p:cNvPr id="144"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228E946-0158-4FEA-867F-8BCA045B2F14}" type="slidenum">
              <a:rPr lang="en-US" sz="1200" b="0" u="none" strike="noStrike">
                <a:solidFill>
                  <a:srgbClr val="000000"/>
                </a:solidFill>
                <a:effectLst/>
                <a:uFillTx/>
                <a:latin typeface="Times New Roman"/>
              </a:rPr>
              <a:t>4</a:t>
            </a:fld>
            <a:endParaRPr lang="en-IN"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noRot="1" noChangeAspect="1"/>
          </p:cNvSpPr>
          <p:nvPr>
            <p:ph type="sldImg"/>
          </p:nvPr>
        </p:nvSpPr>
        <p:spPr>
          <a:xfrm>
            <a:off x="381000" y="685800"/>
            <a:ext cx="6096000" cy="3429000"/>
          </a:xfrm>
          <a:prstGeom prst="rect">
            <a:avLst/>
          </a:prstGeom>
          <a:ln w="0">
            <a:noFill/>
          </a:ln>
        </p:spPr>
      </p:sp>
      <p:sp>
        <p:nvSpPr>
          <p:cNvPr id="146" name="PlaceHolder 2"/>
          <p:cNvSpPr>
            <a:spLocks noGrp="1"/>
          </p:cNvSpPr>
          <p:nvPr>
            <p:ph type="body"/>
          </p:nvPr>
        </p:nvSpPr>
        <p:spPr>
          <a:xfrm>
            <a:off x="685800" y="4343400"/>
            <a:ext cx="5486040" cy="4114440"/>
          </a:xfrm>
          <a:prstGeom prst="rect">
            <a:avLst/>
          </a:prstGeom>
          <a:noFill/>
          <a:ln w="0">
            <a:noFill/>
          </a:ln>
        </p:spPr>
        <p:txBody>
          <a:bodyPr lIns="91440" tIns="45720" rIns="91440" bIns="45720" numCol="1" spcCol="0" anchor="t">
            <a:noAutofit/>
          </a:bodyPr>
          <a:lstStyle/>
          <a:p>
            <a:pPr indent="0">
              <a:buNone/>
            </a:pPr>
            <a:endParaRPr lang="en-IN" sz="1800" b="0" u="none" strike="noStrike">
              <a:solidFill>
                <a:srgbClr val="000000"/>
              </a:solidFill>
              <a:effectLst/>
              <a:uFillTx/>
              <a:latin typeface="Arial"/>
            </a:endParaRPr>
          </a:p>
        </p:txBody>
      </p:sp>
      <p:sp>
        <p:nvSpPr>
          <p:cNvPr id="147"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C8D52DF9-D0D3-4842-9591-E9E32A5CE472}" type="slidenum">
              <a:rPr lang="en-US" sz="1200" b="0" u="none" strike="noStrike">
                <a:solidFill>
                  <a:srgbClr val="000000"/>
                </a:solidFill>
                <a:effectLst/>
                <a:uFillTx/>
                <a:latin typeface="Calibri"/>
                <a:ea typeface="ＭＳ Ｐゴシック"/>
              </a:rPr>
              <a:t>5</a:t>
            </a:fld>
            <a:endParaRPr lang="en-IN"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381000" y="685800"/>
            <a:ext cx="6096000" cy="3429000"/>
          </a:xfrm>
          <a:prstGeom prst="rect">
            <a:avLst/>
          </a:prstGeom>
          <a:ln w="0">
            <a:noFill/>
          </a:ln>
        </p:spPr>
      </p:sp>
      <p:sp>
        <p:nvSpPr>
          <p:cNvPr id="149" name="PlaceHolder 2"/>
          <p:cNvSpPr>
            <a:spLocks noGrp="1"/>
          </p:cNvSpPr>
          <p:nvPr>
            <p:ph type="body"/>
          </p:nvPr>
        </p:nvSpPr>
        <p:spPr>
          <a:xfrm>
            <a:off x="685800" y="4343400"/>
            <a:ext cx="5486040" cy="4114440"/>
          </a:xfrm>
          <a:prstGeom prst="rect">
            <a:avLst/>
          </a:prstGeom>
          <a:noFill/>
          <a:ln w="0">
            <a:noFill/>
          </a:ln>
        </p:spPr>
        <p:txBody>
          <a:bodyPr lIns="91440" tIns="45720" rIns="91440" bIns="45720" numCol="1" spcCol="0" anchor="t">
            <a:noAutofit/>
          </a:bodyPr>
          <a:lstStyle/>
          <a:p>
            <a:pPr indent="0">
              <a:buNone/>
            </a:pPr>
            <a:endParaRPr lang="en-IN" sz="1800" b="0" u="none" strike="noStrike">
              <a:solidFill>
                <a:srgbClr val="000000"/>
              </a:solidFill>
              <a:effectLst/>
              <a:uFillTx/>
              <a:latin typeface="Arial"/>
            </a:endParaRPr>
          </a:p>
        </p:txBody>
      </p:sp>
      <p:sp>
        <p:nvSpPr>
          <p:cNvPr id="150"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F12DCC6E-35C5-42CE-A272-ACB69E42BCE4}" type="slidenum">
              <a:rPr lang="en-US" sz="1200" b="0" u="none" strike="noStrike">
                <a:solidFill>
                  <a:srgbClr val="000000"/>
                </a:solidFill>
                <a:effectLst/>
                <a:uFillTx/>
                <a:latin typeface="Calibri"/>
                <a:ea typeface="ＭＳ Ｐゴシック"/>
              </a:rPr>
              <a:t>6</a:t>
            </a:fld>
            <a:endParaRPr lang="en-IN"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noRot="1" noChangeAspect="1"/>
          </p:cNvSpPr>
          <p:nvPr>
            <p:ph type="sldImg"/>
          </p:nvPr>
        </p:nvSpPr>
        <p:spPr>
          <a:xfrm>
            <a:off x="381000" y="685800"/>
            <a:ext cx="6096000" cy="3429000"/>
          </a:xfrm>
          <a:prstGeom prst="rect">
            <a:avLst/>
          </a:prstGeom>
          <a:ln w="0">
            <a:noFill/>
          </a:ln>
        </p:spPr>
      </p:sp>
      <p:sp>
        <p:nvSpPr>
          <p:cNvPr id="152" name="PlaceHolder 2"/>
          <p:cNvSpPr>
            <a:spLocks noGrp="1"/>
          </p:cNvSpPr>
          <p:nvPr>
            <p:ph type="body"/>
          </p:nvPr>
        </p:nvSpPr>
        <p:spPr>
          <a:xfrm>
            <a:off x="685800" y="4343400"/>
            <a:ext cx="5486040" cy="4114440"/>
          </a:xfrm>
          <a:prstGeom prst="rect">
            <a:avLst/>
          </a:prstGeom>
          <a:noFill/>
          <a:ln w="0">
            <a:noFill/>
          </a:ln>
        </p:spPr>
        <p:txBody>
          <a:bodyPr lIns="91440" tIns="45720" rIns="91440" bIns="45720" numCol="1" spcCol="0" anchor="t">
            <a:noAutofit/>
          </a:bodyPr>
          <a:lstStyle/>
          <a:p>
            <a:pPr indent="0">
              <a:buNone/>
            </a:pPr>
            <a:endParaRPr lang="en-IN" sz="1800" b="0" u="none" strike="noStrike">
              <a:solidFill>
                <a:srgbClr val="000000"/>
              </a:solidFill>
              <a:effectLst/>
              <a:uFillTx/>
              <a:latin typeface="Arial"/>
            </a:endParaRPr>
          </a:p>
        </p:txBody>
      </p:sp>
      <p:sp>
        <p:nvSpPr>
          <p:cNvPr id="153"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0CD51A36-0439-4612-A5F8-D92EC048D07F}" type="slidenum">
              <a:rPr lang="en-US" sz="1200" b="0" u="none" strike="noStrike">
                <a:solidFill>
                  <a:srgbClr val="000000"/>
                </a:solidFill>
                <a:effectLst/>
                <a:uFillTx/>
                <a:latin typeface="Calibri"/>
                <a:ea typeface="ＭＳ Ｐゴシック"/>
              </a:rPr>
              <a:t>7</a:t>
            </a:fld>
            <a:endParaRPr lang="en-IN"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Slid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2130480"/>
            <a:ext cx="10362960" cy="146952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 </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 </a:t>
            </a:r>
            <a:endParaRPr lang="en-IN" sz="12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EBC11FE0-B757-49A0-9081-4BD82A9D2E9D}"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TradeGothic"/>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TradeGothic"/>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TradeGothic"/>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TradeGothic"/>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TradeGothic"/>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TradeGothic"/>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TradeGothic"/>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2130480"/>
            <a:ext cx="10362960" cy="146952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dt" idx="4"/>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 </a:t>
            </a:r>
            <a:endParaRPr lang="en-IN" sz="1200" b="0" u="none" strike="noStrike">
              <a:solidFill>
                <a:srgbClr val="000000"/>
              </a:solidFill>
              <a:effectLst/>
              <a:uFillTx/>
              <a:latin typeface="Times New Roman"/>
            </a:endParaRPr>
          </a:p>
        </p:txBody>
      </p:sp>
      <p:sp>
        <p:nvSpPr>
          <p:cNvPr id="9" name="PlaceHolder 3"/>
          <p:cNvSpPr>
            <a:spLocks noGrp="1"/>
          </p:cNvSpPr>
          <p:nvPr>
            <p:ph type="ftr" idx="5"/>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 </a:t>
            </a:r>
            <a:endParaRPr lang="en-IN" sz="1200" b="0" u="none" strike="noStrike">
              <a:solidFill>
                <a:srgbClr val="000000"/>
              </a:solidFill>
              <a:effectLst/>
              <a:uFillTx/>
              <a:latin typeface="Times New Roman"/>
            </a:endParaRPr>
          </a:p>
        </p:txBody>
      </p:sp>
      <p:sp>
        <p:nvSpPr>
          <p:cNvPr id="10" name="PlaceHolder 4"/>
          <p:cNvSpPr>
            <a:spLocks noGrp="1"/>
          </p:cNvSpPr>
          <p:nvPr>
            <p:ph type="sldNum" idx="6"/>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5F73C315-6171-43AA-8638-672105F40ECB}"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TradeGothic"/>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TradeGothic"/>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TradeGothic"/>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TradeGothic"/>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TradeGothic"/>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TradeGothic"/>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TradeGothic"/>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lt1"/>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609480" y="1095480"/>
            <a:ext cx="10972440" cy="5030280"/>
          </a:xfrm>
          <a:prstGeom prst="rect">
            <a:avLst/>
          </a:prstGeom>
          <a:noFill/>
          <a:ln w="9360">
            <a:noFill/>
          </a:ln>
        </p:spPr>
        <p:txBody>
          <a:bodyPr vert="eaVert"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14" name="PlaceHolder 3"/>
          <p:cNvSpPr>
            <a:spLocks noGrp="1"/>
          </p:cNvSpPr>
          <p:nvPr>
            <p:ph type="dt" idx="7"/>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316C540D-0498-456B-8EFC-E17DEE954800}"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839080" y="274680"/>
            <a:ext cx="2742840" cy="5851080"/>
          </a:xfrm>
          <a:prstGeom prst="rect">
            <a:avLst/>
          </a:prstGeom>
          <a:noFill/>
          <a:ln w="9360">
            <a:noFill/>
          </a:ln>
        </p:spPr>
        <p:txBody>
          <a:bodyPr vert="eaVert"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609480" y="274680"/>
            <a:ext cx="8026200" cy="5851080"/>
          </a:xfrm>
          <a:prstGeom prst="rect">
            <a:avLst/>
          </a:prstGeom>
          <a:noFill/>
          <a:ln w="9360">
            <a:noFill/>
          </a:ln>
        </p:spPr>
        <p:txBody>
          <a:bodyPr vert="eaVert"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19" name="PlaceHolder 3"/>
          <p:cNvSpPr>
            <a:spLocks noGrp="1"/>
          </p:cNvSpPr>
          <p:nvPr>
            <p:ph type="dt" idx="10"/>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D25C1146-1D80-4217-B263-C86718424808}"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23" name="PlaceHolder 2"/>
          <p:cNvSpPr>
            <a:spLocks noGrp="1"/>
          </p:cNvSpPr>
          <p:nvPr>
            <p:ph type="body"/>
          </p:nvPr>
        </p:nvSpPr>
        <p:spPr>
          <a:xfrm>
            <a:off x="609480" y="1095480"/>
            <a:ext cx="10972440" cy="503028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24" name="PlaceHolder 3"/>
          <p:cNvSpPr>
            <a:spLocks noGrp="1"/>
          </p:cNvSpPr>
          <p:nvPr>
            <p:ph type="dt" idx="13"/>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748B5665-EBC4-4666-A7EC-4E28620B1A9F}"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chemeClr val="lt1"/>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963000" y="4406760"/>
            <a:ext cx="10362960" cy="1361880"/>
          </a:xfrm>
          <a:prstGeom prst="rect">
            <a:avLst/>
          </a:prstGeom>
          <a:noFill/>
          <a:ln w="9360">
            <a:noFill/>
          </a:ln>
        </p:spPr>
        <p:txBody>
          <a:bodyPr lIns="91440" tIns="45720" rIns="91440" bIns="45720" numCol="1" spcCol="0" anchor="t">
            <a:noAutofit/>
          </a:bodyPr>
          <a:lstStyle/>
          <a:p>
            <a:pPr indent="0" defTabSz="457200">
              <a:lnSpc>
                <a:spcPct val="100000"/>
              </a:lnSpc>
              <a:buNone/>
            </a:pPr>
            <a:r>
              <a:rPr lang="en-US" sz="4000" b="1" u="none" strike="noStrike" cap="all">
                <a:solidFill>
                  <a:schemeClr val="dk1"/>
                </a:solidFill>
                <a:effectLst/>
                <a:uFillTx/>
                <a:latin typeface="TradeGothic"/>
                <a:ea typeface="ＭＳ Ｐゴシック"/>
              </a:rPr>
              <a:t>Click to edit Master title style</a:t>
            </a:r>
            <a:endParaRPr lang="en-US" sz="4000" b="0" u="none" strike="noStrike">
              <a:solidFill>
                <a:schemeClr val="dk1"/>
              </a:solidFill>
              <a:effectLst/>
              <a:uFillTx/>
              <a:latin typeface="Calibri"/>
            </a:endParaRPr>
          </a:p>
        </p:txBody>
      </p:sp>
      <p:sp>
        <p:nvSpPr>
          <p:cNvPr id="28" name="PlaceHolder 2"/>
          <p:cNvSpPr>
            <a:spLocks noGrp="1"/>
          </p:cNvSpPr>
          <p:nvPr>
            <p:ph type="body"/>
          </p:nvPr>
        </p:nvSpPr>
        <p:spPr>
          <a:xfrm>
            <a:off x="963000" y="2906640"/>
            <a:ext cx="10362960" cy="1499760"/>
          </a:xfrm>
          <a:prstGeom prst="rect">
            <a:avLst/>
          </a:prstGeom>
          <a:noFill/>
          <a:ln w="9360">
            <a:noFill/>
          </a:ln>
        </p:spPr>
        <p:txBody>
          <a:bodyPr lIns="91440" tIns="45720" rIns="91440" bIns="45720" numCol="1" spcCol="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effectLst/>
                <a:uFillTx/>
                <a:latin typeface="TradeGothic"/>
                <a:ea typeface="ＭＳ Ｐゴシック"/>
              </a:rPr>
              <a:t>Click to edit Master text styles</a:t>
            </a:r>
            <a:endParaRPr lang="en-US" sz="2000" b="0" u="none" strike="noStrike">
              <a:solidFill>
                <a:schemeClr val="dk1"/>
              </a:solidFill>
              <a:effectLst/>
              <a:uFillTx/>
              <a:latin typeface="TradeGothic"/>
            </a:endParaRPr>
          </a:p>
        </p:txBody>
      </p:sp>
      <p:sp>
        <p:nvSpPr>
          <p:cNvPr id="29" name="PlaceHolder 3"/>
          <p:cNvSpPr>
            <a:spLocks noGrp="1"/>
          </p:cNvSpPr>
          <p:nvPr>
            <p:ph type="dt" idx="16"/>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B2865451-8FDE-4978-95DE-A6FE860DC06F}"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609480" y="1600200"/>
            <a:ext cx="5384520" cy="452556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Click to edit Master text styles</a:t>
            </a:r>
            <a:endParaRPr lang="en-US" sz="2800" b="0" u="none" strike="noStrike">
              <a:solidFill>
                <a:schemeClr val="dk1"/>
              </a:solidFill>
              <a:effectLst/>
              <a:uFillTx/>
              <a:latin typeface="TradeGothic"/>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Second level</a:t>
            </a:r>
            <a:endParaRPr lang="en-US" sz="2400" b="0" u="none" strike="noStrike">
              <a:solidFill>
                <a:schemeClr val="dk1"/>
              </a:solidFill>
              <a:effectLst/>
              <a:uFillTx/>
              <a:latin typeface="TradeGothic"/>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Third level</a:t>
            </a:r>
            <a:endParaRPr lang="en-US" sz="2000" b="0" u="none" strike="noStrike">
              <a:solidFill>
                <a:schemeClr val="dk1"/>
              </a:solidFill>
              <a:effectLst/>
              <a:uFillTx/>
              <a:latin typeface="TradeGothic"/>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Fourth level</a:t>
            </a:r>
            <a:endParaRPr lang="en-US" sz="1800" b="0" u="none" strike="noStrike">
              <a:solidFill>
                <a:schemeClr val="dk1"/>
              </a:solidFill>
              <a:effectLst/>
              <a:uFillTx/>
              <a:latin typeface="TradeGothic"/>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Fifth level</a:t>
            </a:r>
            <a:endParaRPr lang="en-US" sz="1800" b="0" u="none" strike="noStrike">
              <a:solidFill>
                <a:schemeClr val="dk1"/>
              </a:solidFill>
              <a:effectLst/>
              <a:uFillTx/>
              <a:latin typeface="TradeGothic"/>
            </a:endParaRPr>
          </a:p>
        </p:txBody>
      </p:sp>
      <p:sp>
        <p:nvSpPr>
          <p:cNvPr id="34" name="PlaceHolder 3"/>
          <p:cNvSpPr>
            <a:spLocks noGrp="1"/>
          </p:cNvSpPr>
          <p:nvPr>
            <p:ph type="body"/>
          </p:nvPr>
        </p:nvSpPr>
        <p:spPr>
          <a:xfrm>
            <a:off x="6197760" y="1600200"/>
            <a:ext cx="5384520" cy="452556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Click to edit Master text styles</a:t>
            </a:r>
            <a:endParaRPr lang="en-US" sz="2800" b="0" u="none" strike="noStrike">
              <a:solidFill>
                <a:schemeClr val="dk1"/>
              </a:solidFill>
              <a:effectLst/>
              <a:uFillTx/>
              <a:latin typeface="TradeGothic"/>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Second level</a:t>
            </a:r>
            <a:endParaRPr lang="en-US" sz="2400" b="0" u="none" strike="noStrike">
              <a:solidFill>
                <a:schemeClr val="dk1"/>
              </a:solidFill>
              <a:effectLst/>
              <a:uFillTx/>
              <a:latin typeface="TradeGothic"/>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Third level</a:t>
            </a:r>
            <a:endParaRPr lang="en-US" sz="2000" b="0" u="none" strike="noStrike">
              <a:solidFill>
                <a:schemeClr val="dk1"/>
              </a:solidFill>
              <a:effectLst/>
              <a:uFillTx/>
              <a:latin typeface="TradeGothic"/>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Fourth level</a:t>
            </a:r>
            <a:endParaRPr lang="en-US" sz="1800" b="0" u="none" strike="noStrike">
              <a:solidFill>
                <a:schemeClr val="dk1"/>
              </a:solidFill>
              <a:effectLst/>
              <a:uFillTx/>
              <a:latin typeface="TradeGothic"/>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Fifth level</a:t>
            </a:r>
            <a:endParaRPr lang="en-US" sz="1800" b="0" u="none" strike="noStrike">
              <a:solidFill>
                <a:schemeClr val="dk1"/>
              </a:solidFill>
              <a:effectLst/>
              <a:uFillTx/>
              <a:latin typeface="TradeGothic"/>
            </a:endParaRPr>
          </a:p>
        </p:txBody>
      </p:sp>
      <p:sp>
        <p:nvSpPr>
          <p:cNvPr id="35" name="PlaceHolder 4"/>
          <p:cNvSpPr>
            <a:spLocks noGrp="1"/>
          </p:cNvSpPr>
          <p:nvPr>
            <p:ph type="dt" idx="19"/>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36" name="PlaceHolder 5"/>
          <p:cNvSpPr>
            <a:spLocks noGrp="1"/>
          </p:cNvSpPr>
          <p:nvPr>
            <p:ph type="ftr" idx="20"/>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37" name="PlaceHolder 6"/>
          <p:cNvSpPr>
            <a:spLocks noGrp="1"/>
          </p:cNvSpPr>
          <p:nvPr>
            <p:ph type="sldNum" idx="21"/>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23DB80F8-3FA6-411B-BA66-5766897447E0}"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chemeClr val="lt1"/>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39" name="PlaceHolder 2"/>
          <p:cNvSpPr>
            <a:spLocks noGrp="1"/>
          </p:cNvSpPr>
          <p:nvPr>
            <p:ph type="body"/>
          </p:nvPr>
        </p:nvSpPr>
        <p:spPr>
          <a:xfrm>
            <a:off x="609480" y="1535040"/>
            <a:ext cx="5386680" cy="639360"/>
          </a:xfrm>
          <a:prstGeom prst="rect">
            <a:avLst/>
          </a:prstGeom>
          <a:noFill/>
          <a:ln w="9360">
            <a:noFill/>
          </a:ln>
        </p:spPr>
        <p:txBody>
          <a:bodyPr lIns="91440" tIns="45720" rIns="91440" bIns="45720" numCol="1" spcCol="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p:txBody>
      </p:sp>
      <p:sp>
        <p:nvSpPr>
          <p:cNvPr id="40" name="PlaceHolder 3"/>
          <p:cNvSpPr>
            <a:spLocks noGrp="1"/>
          </p:cNvSpPr>
          <p:nvPr>
            <p:ph type="body"/>
          </p:nvPr>
        </p:nvSpPr>
        <p:spPr>
          <a:xfrm>
            <a:off x="609480" y="2174760"/>
            <a:ext cx="5386680" cy="395100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Second level</a:t>
            </a:r>
            <a:endParaRPr lang="en-US" sz="2000" b="0" u="none" strike="noStrike">
              <a:solidFill>
                <a:schemeClr val="dk1"/>
              </a:solidFill>
              <a:effectLst/>
              <a:uFillTx/>
              <a:latin typeface="TradeGothic"/>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Third level</a:t>
            </a:r>
            <a:endParaRPr lang="en-US" sz="1800" b="0" u="none" strike="noStrike">
              <a:solidFill>
                <a:schemeClr val="dk1"/>
              </a:solidFill>
              <a:effectLst/>
              <a:uFillTx/>
              <a:latin typeface="TradeGothic"/>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Fourth level</a:t>
            </a:r>
            <a:endParaRPr lang="en-US" sz="1600" b="0" u="none" strike="noStrike">
              <a:solidFill>
                <a:schemeClr val="dk1"/>
              </a:solidFill>
              <a:effectLst/>
              <a:uFillTx/>
              <a:latin typeface="TradeGothic"/>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Fifth level</a:t>
            </a:r>
            <a:endParaRPr lang="en-US" sz="1600" b="0" u="none" strike="noStrike">
              <a:solidFill>
                <a:schemeClr val="dk1"/>
              </a:solidFill>
              <a:effectLst/>
              <a:uFillTx/>
              <a:latin typeface="TradeGothic"/>
            </a:endParaRPr>
          </a:p>
        </p:txBody>
      </p:sp>
      <p:sp>
        <p:nvSpPr>
          <p:cNvPr id="41" name="PlaceHolder 4"/>
          <p:cNvSpPr>
            <a:spLocks noGrp="1"/>
          </p:cNvSpPr>
          <p:nvPr>
            <p:ph type="body"/>
          </p:nvPr>
        </p:nvSpPr>
        <p:spPr>
          <a:xfrm>
            <a:off x="6193440" y="1535040"/>
            <a:ext cx="5388840" cy="639360"/>
          </a:xfrm>
          <a:prstGeom prst="rect">
            <a:avLst/>
          </a:prstGeom>
          <a:noFill/>
          <a:ln w="9360">
            <a:noFill/>
          </a:ln>
        </p:spPr>
        <p:txBody>
          <a:bodyPr lIns="91440" tIns="45720" rIns="91440" bIns="45720" numCol="1" spcCol="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p:txBody>
      </p:sp>
      <p:sp>
        <p:nvSpPr>
          <p:cNvPr id="42" name="PlaceHolder 5"/>
          <p:cNvSpPr>
            <a:spLocks noGrp="1"/>
          </p:cNvSpPr>
          <p:nvPr>
            <p:ph type="body"/>
          </p:nvPr>
        </p:nvSpPr>
        <p:spPr>
          <a:xfrm>
            <a:off x="6193440" y="2174760"/>
            <a:ext cx="5388840" cy="395100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Second level</a:t>
            </a:r>
            <a:endParaRPr lang="en-US" sz="2000" b="0" u="none" strike="noStrike">
              <a:solidFill>
                <a:schemeClr val="dk1"/>
              </a:solidFill>
              <a:effectLst/>
              <a:uFillTx/>
              <a:latin typeface="TradeGothic"/>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Third level</a:t>
            </a:r>
            <a:endParaRPr lang="en-US" sz="1800" b="0" u="none" strike="noStrike">
              <a:solidFill>
                <a:schemeClr val="dk1"/>
              </a:solidFill>
              <a:effectLst/>
              <a:uFillTx/>
              <a:latin typeface="TradeGothic"/>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Fourth level</a:t>
            </a:r>
            <a:endParaRPr lang="en-US" sz="1600" b="0" u="none" strike="noStrike">
              <a:solidFill>
                <a:schemeClr val="dk1"/>
              </a:solidFill>
              <a:effectLst/>
              <a:uFillTx/>
              <a:latin typeface="TradeGothic"/>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Fifth level</a:t>
            </a:r>
            <a:endParaRPr lang="en-US" sz="1600" b="0" u="none" strike="noStrike">
              <a:solidFill>
                <a:schemeClr val="dk1"/>
              </a:solidFill>
              <a:effectLst/>
              <a:uFillTx/>
              <a:latin typeface="TradeGothic"/>
            </a:endParaRPr>
          </a:p>
        </p:txBody>
      </p:sp>
      <p:sp>
        <p:nvSpPr>
          <p:cNvPr id="43" name="PlaceHolder 6"/>
          <p:cNvSpPr>
            <a:spLocks noGrp="1"/>
          </p:cNvSpPr>
          <p:nvPr>
            <p:ph type="dt" idx="22"/>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44" name="PlaceHolder 7"/>
          <p:cNvSpPr>
            <a:spLocks noGrp="1"/>
          </p:cNvSpPr>
          <p:nvPr>
            <p:ph type="ftr" idx="23"/>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45" name="PlaceHolder 8"/>
          <p:cNvSpPr>
            <a:spLocks noGrp="1"/>
          </p:cNvSpPr>
          <p:nvPr>
            <p:ph type="sldNum" idx="24"/>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732ADEB6-42D2-43B4-A0CD-CC2CFD006A3D}"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lt1"/>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Calibri"/>
            </a:endParaRPr>
          </a:p>
        </p:txBody>
      </p:sp>
      <p:sp>
        <p:nvSpPr>
          <p:cNvPr id="47" name="PlaceHolder 2"/>
          <p:cNvSpPr>
            <a:spLocks noGrp="1"/>
          </p:cNvSpPr>
          <p:nvPr>
            <p:ph type="dt" idx="25"/>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48" name="PlaceHolder 3"/>
          <p:cNvSpPr>
            <a:spLocks noGrp="1"/>
          </p:cNvSpPr>
          <p:nvPr>
            <p:ph type="ftr" idx="26"/>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49" name="PlaceHolder 4"/>
          <p:cNvSpPr>
            <a:spLocks noGrp="1"/>
          </p:cNvSpPr>
          <p:nvPr>
            <p:ph type="sldNum" idx="27"/>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C17FE268-3080-4E0C-B959-083EC82A8131}"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dt" idx="28"/>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51" name="PlaceHolder 2"/>
          <p:cNvSpPr>
            <a:spLocks noGrp="1"/>
          </p:cNvSpPr>
          <p:nvPr>
            <p:ph type="ftr" idx="29"/>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52" name="PlaceHolder 3"/>
          <p:cNvSpPr>
            <a:spLocks noGrp="1"/>
          </p:cNvSpPr>
          <p:nvPr>
            <p:ph type="sldNum" idx="30"/>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0CB5A85D-553D-4245-8D0F-65A9F9516775}"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chemeClr val="lt1"/>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2880"/>
            <a:ext cx="4010760" cy="1161720"/>
          </a:xfrm>
          <a:prstGeom prst="rect">
            <a:avLst/>
          </a:prstGeom>
          <a:noFill/>
          <a:ln w="9360">
            <a:noFill/>
          </a:ln>
        </p:spPr>
        <p:txBody>
          <a:bodyPr lIns="91440" tIns="45720" rIns="91440" bIns="45720" numCol="1" spcCol="0" anchor="b">
            <a:noAutofit/>
          </a:bodyPr>
          <a:lstStyle/>
          <a:p>
            <a:pPr indent="0" defTabSz="457200">
              <a:lnSpc>
                <a:spcPct val="100000"/>
              </a:lnSpc>
              <a:buNone/>
            </a:pPr>
            <a:r>
              <a:rPr lang="en-US" sz="2000" b="1" u="none" strike="noStrike">
                <a:solidFill>
                  <a:schemeClr val="dk1"/>
                </a:solidFill>
                <a:effectLst/>
                <a:uFillTx/>
                <a:latin typeface="TradeGothic"/>
                <a:ea typeface="ＭＳ Ｐゴシック"/>
              </a:rPr>
              <a:t>Click to edit Master title style</a:t>
            </a:r>
            <a:endParaRPr lang="en-US" sz="2000" b="0" u="none" strike="noStrike">
              <a:solidFill>
                <a:schemeClr val="dk1"/>
              </a:solidFill>
              <a:effectLst/>
              <a:uFillTx/>
              <a:latin typeface="Calibri"/>
            </a:endParaRPr>
          </a:p>
        </p:txBody>
      </p:sp>
      <p:sp>
        <p:nvSpPr>
          <p:cNvPr id="54" name="PlaceHolder 2"/>
          <p:cNvSpPr>
            <a:spLocks noGrp="1"/>
          </p:cNvSpPr>
          <p:nvPr>
            <p:ph type="body"/>
          </p:nvPr>
        </p:nvSpPr>
        <p:spPr>
          <a:xfrm>
            <a:off x="4766760" y="272880"/>
            <a:ext cx="6815160" cy="585288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55" name="PlaceHolder 3"/>
          <p:cNvSpPr>
            <a:spLocks noGrp="1"/>
          </p:cNvSpPr>
          <p:nvPr>
            <p:ph type="body"/>
          </p:nvPr>
        </p:nvSpPr>
        <p:spPr>
          <a:xfrm>
            <a:off x="609480" y="1434960"/>
            <a:ext cx="4010760" cy="4690800"/>
          </a:xfrm>
          <a:prstGeom prst="rect">
            <a:avLst/>
          </a:prstGeom>
          <a:noFill/>
          <a:ln w="9360">
            <a:noFill/>
          </a:ln>
        </p:spPr>
        <p:txBody>
          <a:bodyPr lIns="91440" tIns="45720" rIns="91440" bIns="45720" numCol="1" spcCol="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TradeGothic"/>
                <a:ea typeface="ＭＳ Ｐゴシック"/>
              </a:rPr>
              <a:t>Click to edit Master text styles</a:t>
            </a:r>
            <a:endParaRPr lang="en-US" sz="1400" b="0" u="none" strike="noStrike">
              <a:solidFill>
                <a:schemeClr val="dk1"/>
              </a:solidFill>
              <a:effectLst/>
              <a:uFillTx/>
              <a:latin typeface="TradeGothic"/>
            </a:endParaRPr>
          </a:p>
        </p:txBody>
      </p:sp>
      <p:sp>
        <p:nvSpPr>
          <p:cNvPr id="56" name="PlaceHolder 4"/>
          <p:cNvSpPr>
            <a:spLocks noGrp="1"/>
          </p:cNvSpPr>
          <p:nvPr>
            <p:ph type="dt" idx="31"/>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57" name="PlaceHolder 5"/>
          <p:cNvSpPr>
            <a:spLocks noGrp="1"/>
          </p:cNvSpPr>
          <p:nvPr>
            <p:ph type="ftr" idx="32"/>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58" name="PlaceHolder 6"/>
          <p:cNvSpPr>
            <a:spLocks noGrp="1"/>
          </p:cNvSpPr>
          <p:nvPr>
            <p:ph type="sldNum" idx="33"/>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6A10FEB4-45A9-4357-8AA8-AF72E6A9B886}"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chemeClr val="lt1"/>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2389680" y="4800600"/>
            <a:ext cx="7314840" cy="566280"/>
          </a:xfrm>
          <a:prstGeom prst="rect">
            <a:avLst/>
          </a:prstGeom>
          <a:noFill/>
          <a:ln w="9360">
            <a:noFill/>
          </a:ln>
        </p:spPr>
        <p:txBody>
          <a:bodyPr lIns="91440" tIns="45720" rIns="91440" bIns="45720" numCol="1" spcCol="0" anchor="b">
            <a:noAutofit/>
          </a:bodyPr>
          <a:lstStyle/>
          <a:p>
            <a:pPr indent="0" defTabSz="457200">
              <a:lnSpc>
                <a:spcPct val="100000"/>
              </a:lnSpc>
              <a:buNone/>
            </a:pPr>
            <a:r>
              <a:rPr lang="en-US" sz="2000" b="1" u="none" strike="noStrike">
                <a:solidFill>
                  <a:schemeClr val="dk1"/>
                </a:solidFill>
                <a:effectLst/>
                <a:uFillTx/>
                <a:latin typeface="TradeGothic"/>
                <a:ea typeface="ＭＳ Ｐゴシック"/>
              </a:rPr>
              <a:t>Click to edit Master title style</a:t>
            </a:r>
            <a:endParaRPr lang="en-US" sz="2000" b="0" u="none" strike="noStrike">
              <a:solidFill>
                <a:schemeClr val="dk1"/>
              </a:solidFill>
              <a:effectLst/>
              <a:uFillTx/>
              <a:latin typeface="Calibri"/>
            </a:endParaRPr>
          </a:p>
        </p:txBody>
      </p:sp>
      <p:sp>
        <p:nvSpPr>
          <p:cNvPr id="60" name="PlaceHolder 2"/>
          <p:cNvSpPr>
            <a:spLocks noGrp="1"/>
          </p:cNvSpPr>
          <p:nvPr>
            <p:ph type="body"/>
          </p:nvPr>
        </p:nvSpPr>
        <p:spPr>
          <a:xfrm>
            <a:off x="2389680" y="612720"/>
            <a:ext cx="7314840" cy="411444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TradeGothic"/>
              </a:rPr>
              <a:t>Click to edit the outline text format</a:t>
            </a: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TradeGothic"/>
              </a:rPr>
              <a:t>Second Outline Level</a:t>
            </a: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TradeGothic"/>
              </a:rPr>
              <a:t>Third Outline Level</a:t>
            </a: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TradeGothic"/>
              </a:rPr>
              <a:t>Fourth Outline Level</a:t>
            </a: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TradeGothic"/>
              </a:rPr>
              <a:t>Fifth Outline Level</a:t>
            </a: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TradeGothic"/>
              </a:rPr>
              <a:t>Sixth Outline Level</a:t>
            </a: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TradeGothic"/>
              </a:rPr>
              <a:t>Seventh Outline Level</a:t>
            </a:r>
          </a:p>
        </p:txBody>
      </p:sp>
      <p:sp>
        <p:nvSpPr>
          <p:cNvPr id="61" name="PlaceHolder 3"/>
          <p:cNvSpPr>
            <a:spLocks noGrp="1"/>
          </p:cNvSpPr>
          <p:nvPr>
            <p:ph type="body"/>
          </p:nvPr>
        </p:nvSpPr>
        <p:spPr>
          <a:xfrm>
            <a:off x="2389680" y="5367240"/>
            <a:ext cx="7314840" cy="804600"/>
          </a:xfrm>
          <a:prstGeom prst="rect">
            <a:avLst/>
          </a:prstGeom>
          <a:noFill/>
          <a:ln w="9360">
            <a:noFill/>
          </a:ln>
        </p:spPr>
        <p:txBody>
          <a:bodyPr lIns="91440" tIns="45720" rIns="91440" bIns="45720" numCol="1" spcCol="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TradeGothic"/>
                <a:ea typeface="ＭＳ Ｐゴシック"/>
              </a:rPr>
              <a:t>Click to edit Master text styles</a:t>
            </a:r>
            <a:endParaRPr lang="en-US" sz="1400" b="0" u="none" strike="noStrike">
              <a:solidFill>
                <a:schemeClr val="dk1"/>
              </a:solidFill>
              <a:effectLst/>
              <a:uFillTx/>
              <a:latin typeface="TradeGothic"/>
            </a:endParaRPr>
          </a:p>
        </p:txBody>
      </p:sp>
      <p:sp>
        <p:nvSpPr>
          <p:cNvPr id="62" name="PlaceHolder 4"/>
          <p:cNvSpPr>
            <a:spLocks noGrp="1"/>
          </p:cNvSpPr>
          <p:nvPr>
            <p:ph type="dt" idx="34"/>
          </p:nvPr>
        </p:nvSpPr>
        <p:spPr>
          <a:xfrm>
            <a:off x="609480" y="6356520"/>
            <a:ext cx="2844360" cy="364680"/>
          </a:xfrm>
          <a:prstGeom prst="rect">
            <a:avLst/>
          </a:prstGeom>
          <a:noFill/>
          <a:ln w="0">
            <a:noFill/>
          </a:ln>
        </p:spPr>
        <p:txBody>
          <a:bodyPr lIns="91440" tIns="45720" rIns="91440" bIns="45720" numCol="1" spcCol="0" anchor="ctr">
            <a:noAutofit/>
          </a:bodyPr>
          <a:lstStyle>
            <a:lvl1pPr indent="0" defTabSz="457200">
              <a:lnSpc>
                <a:spcPct val="100000"/>
              </a:lnSpc>
              <a:buNone/>
              <a:defRPr lang="en-US" sz="1200" b="0" u="none" strike="noStrike">
                <a:solidFill>
                  <a:srgbClr val="898989"/>
                </a:solidFill>
                <a:effectLst/>
                <a:uFillTx/>
                <a:latin typeface="TradeGothic"/>
                <a:ea typeface="ＭＳ Ｐゴシック"/>
              </a:defRPr>
            </a:lvl1pPr>
          </a:lstStyle>
          <a:p>
            <a:pPr indent="0" defTabSz="457200">
              <a:lnSpc>
                <a:spcPct val="100000"/>
              </a:lnSpc>
              <a:buNone/>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63" name="PlaceHolder 5"/>
          <p:cNvSpPr>
            <a:spLocks noGrp="1"/>
          </p:cNvSpPr>
          <p:nvPr>
            <p:ph type="ftr" idx="35"/>
          </p:nvPr>
        </p:nvSpPr>
        <p:spPr>
          <a:xfrm>
            <a:off x="4165560" y="6356520"/>
            <a:ext cx="386028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TradeGothic"/>
              </a:defRPr>
            </a:lvl1pPr>
          </a:lstStyle>
          <a:p>
            <a:pPr indent="0" algn="ctr" defTabSz="457200">
              <a:lnSpc>
                <a:spcPct val="100000"/>
              </a:lnSpc>
              <a:buNone/>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64" name="PlaceHolder 6"/>
          <p:cNvSpPr>
            <a:spLocks noGrp="1"/>
          </p:cNvSpPr>
          <p:nvPr>
            <p:ph type="sldNum" idx="36"/>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defRPr lang="en-US" sz="1200" b="0" u="none" strike="noStrike">
                <a:solidFill>
                  <a:srgbClr val="898989"/>
                </a:solidFill>
                <a:effectLst/>
                <a:uFillTx/>
                <a:latin typeface="TradeGothic"/>
                <a:ea typeface="ＭＳ Ｐゴシック"/>
              </a:defRPr>
            </a:lvl1pPr>
          </a:lstStyle>
          <a:p>
            <a:pPr indent="0" algn="r" defTabSz="457200">
              <a:lnSpc>
                <a:spcPct val="100000"/>
              </a:lnSpc>
              <a:buNone/>
            </a:pPr>
            <a:fld id="{C95C4888-6FEB-422E-9283-960535F675AE}" type="slidenum">
              <a:rPr lang="en-US" sz="1200" b="0" u="none" strike="noStrike">
                <a:solidFill>
                  <a:srgbClr val="898989"/>
                </a:solidFill>
                <a:effectLst/>
                <a:uFillTx/>
                <a:latin typeface="TradeGothic"/>
                <a:ea typeface="ＭＳ Ｐゴシック"/>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hyperlink" Target="https://www.ibm.com/cloud/learn/chatbots-explained" TargetMode="External"/><Relationship Id="rId3" Type="http://schemas.openxmlformats.org/officeDocument/2006/relationships/image" Target="../media/image1.png"/><Relationship Id="rId7" Type="http://schemas.openxmlformats.org/officeDocument/2006/relationships/hyperlink" Target="https://www.forbes.com/sites/forbestechcouncil/2023/01/17/how-ai-is-transforming-customer-service/" TargetMode="External"/><Relationship Id="rId12" Type="http://schemas.openxmlformats.org/officeDocument/2006/relationships/hyperlink" Target="https://developers.google.com/sheets/api"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hyperlink" Target="https://github.com/google" TargetMode="External"/><Relationship Id="rId11" Type="http://schemas.openxmlformats.org/officeDocument/2006/relationships/hyperlink" Target="https://aistudio.google.com/app/apikey" TargetMode="External"/><Relationship Id="rId5" Type="http://schemas.openxmlformats.org/officeDocument/2006/relationships/hyperlink" Target="https://n8n.io/workflows" TargetMode="External"/><Relationship Id="rId10" Type="http://schemas.openxmlformats.org/officeDocument/2006/relationships/hyperlink" Target="https://docs.n8n.io/" TargetMode="External"/><Relationship Id="rId4" Type="http://schemas.openxmlformats.org/officeDocument/2006/relationships/image" Target="../media/image2.svg"/><Relationship Id="rId9" Type="http://schemas.openxmlformats.org/officeDocument/2006/relationships/hyperlink" Target="https://www.gartner.com/en/documents/399515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1" name="Rectangle 24">
            <a:extLst>
              <a:ext uri="{C183D7F6-B498-43B3-948B-1728B52AA6E4}">
                <adec:decorative xmlns:adec="http://schemas.microsoft.com/office/drawing/2017/decorative" val="1"/>
              </a:ext>
            </a:extLst>
          </p:cNvPr>
          <p:cNvSpPr/>
          <p:nvPr/>
        </p:nvSpPr>
        <p:spPr>
          <a:xfrm>
            <a:off x="1523880" y="0"/>
            <a:ext cx="914364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a typeface="ＭＳ Ｐゴシック"/>
            </a:endParaRPr>
          </a:p>
        </p:txBody>
      </p:sp>
      <p:sp>
        <p:nvSpPr>
          <p:cNvPr id="72" name="Freeform: Shape 26">
            <a:extLst>
              <a:ext uri="{C183D7F6-B498-43B3-948B-1728B52AA6E4}">
                <adec:decorative xmlns:adec="http://schemas.microsoft.com/office/drawing/2017/decorative" val="1"/>
              </a:ext>
            </a:extLst>
          </p:cNvPr>
          <p:cNvSpPr/>
          <p:nvPr/>
        </p:nvSpPr>
        <p:spPr>
          <a:xfrm>
            <a:off x="5656680" y="851400"/>
            <a:ext cx="4638240" cy="5154480"/>
          </a:xfrm>
          <a:custGeom>
            <a:avLst/>
            <a:gdLst>
              <a:gd name="textAreaLeft" fmla="*/ 0 w 4638240"/>
              <a:gd name="textAreaRight" fmla="*/ 4638600 w 4638240"/>
              <a:gd name="textAreaTop" fmla="*/ 0 h 5154480"/>
              <a:gd name="textAreaBottom" fmla="*/ 5154840 h 5154480"/>
              <a:gd name="GluePoint1X" fmla="*/ 363179 w 6184806"/>
              <a:gd name="GluePoint1Y" fmla="*/ 3125191 h 5154967"/>
              <a:gd name="GluePoint2X" fmla="*/ 898270 w 6184806"/>
              <a:gd name="GluePoint2Y" fmla="*/ 3125191 h 5154967"/>
              <a:gd name="GluePoint3X" fmla="*/ 980326 w 6184806"/>
              <a:gd name="GluePoint3Y" fmla="*/ 3173551 h 5154967"/>
              <a:gd name="GluePoint4X" fmla="*/ 1248448 w 6184806"/>
              <a:gd name="GluePoint4Y" fmla="*/ 3635277 h 5154967"/>
              <a:gd name="GluePoint5X" fmla="*/ 1248448 w 6184806"/>
              <a:gd name="GluePoint5Y" fmla="*/ 3729695 h 5154967"/>
              <a:gd name="GluePoint6X" fmla="*/ 980326 w 6184806"/>
              <a:gd name="GluePoint6Y" fmla="*/ 4191421 h 5154967"/>
              <a:gd name="GluePoint7X" fmla="*/ 898270 w 6184806"/>
              <a:gd name="GluePoint7Y" fmla="*/ 4239781 h 5154967"/>
              <a:gd name="GluePoint8X" fmla="*/ 363179 w 6184806"/>
              <a:gd name="GluePoint8Y" fmla="*/ 4239781 h 5154967"/>
              <a:gd name="GluePoint9X" fmla="*/ 279969 w 6184806"/>
              <a:gd name="GluePoint9Y" fmla="*/ 4191421 h 5154967"/>
              <a:gd name="GluePoint10X" fmla="*/ 13002 w 6184806"/>
              <a:gd name="GluePoint10Y" fmla="*/ 3729695 h 5154967"/>
              <a:gd name="GluePoint11X" fmla="*/ 13002 w 6184806"/>
              <a:gd name="GluePoint11Y" fmla="*/ 3635277 h 5154967"/>
              <a:gd name="GluePoint12X" fmla="*/ 279969 w 6184806"/>
              <a:gd name="GluePoint12Y" fmla="*/ 3173551 h 5154967"/>
              <a:gd name="GluePoint13X" fmla="*/ 363179 w 6184806"/>
              <a:gd name="GluePoint13Y" fmla="*/ 3125191 h 5154967"/>
              <a:gd name="GluePoint14X" fmla="*/ 2489721 w 6184806"/>
              <a:gd name="GluePoint14Y" fmla="*/ 570035 h 5154967"/>
              <a:gd name="GluePoint15X" fmla="*/ 2764862 w 6184806"/>
              <a:gd name="GluePoint15Y" fmla="*/ 570035 h 5154967"/>
              <a:gd name="GluePoint16X" fmla="*/ 2796959 w 6184806"/>
              <a:gd name="GluePoint16Y" fmla="*/ 570035 h 5154967"/>
              <a:gd name="GluePoint17X" fmla="*/ 2827587 w 6184806"/>
              <a:gd name="GluePoint17Y" fmla="*/ 622777 h 5154967"/>
              <a:gd name="GluePoint18X" fmla="*/ 2977604 w 6184806"/>
              <a:gd name="GluePoint18Y" fmla="*/ 881117 h 5154967"/>
              <a:gd name="GluePoint19X" fmla="*/ 2977604 w 6184806"/>
              <a:gd name="GluePoint19Y" fmla="*/ 1025720 h 5154967"/>
              <a:gd name="GluePoint20X" fmla="*/ 2566968 w 6184806"/>
              <a:gd name="GluePoint20Y" fmla="*/ 1732863 h 5154967"/>
              <a:gd name="GluePoint21X" fmla="*/ 2441299 w 6184806"/>
              <a:gd name="GluePoint21Y" fmla="*/ 1806927 h 5154967"/>
              <a:gd name="GluePoint22X" fmla="*/ 1621798 w 6184806"/>
              <a:gd name="GluePoint22Y" fmla="*/ 1806927 h 5154967"/>
              <a:gd name="GluePoint23X" fmla="*/ 1583218 w 6184806"/>
              <a:gd name="GluePoint23Y" fmla="*/ 1801802 h 5154967"/>
              <a:gd name="GluePoint24X" fmla="*/ 1556683 w 6184806"/>
              <a:gd name="GluePoint24Y" fmla="*/ 1790677 h 5154967"/>
              <a:gd name="GluePoint25X" fmla="*/ 1572899 w 6184806"/>
              <a:gd name="GluePoint25Y" fmla="*/ 1762630 h 5154967"/>
              <a:gd name="GluePoint26X" fmla="*/ 2147429 w 6184806"/>
              <a:gd name="GluePoint26Y" fmla="*/ 768968 h 5154967"/>
              <a:gd name="GluePoint27X" fmla="*/ 2489721 w 6184806"/>
              <a:gd name="GluePoint27Y" fmla="*/ 570035 h 5154967"/>
              <a:gd name="GluePoint28X" fmla="*/ 1573268 w 6184806"/>
              <a:gd name="GluePoint28Y" fmla="*/ 0 h 5154967"/>
              <a:gd name="GluePoint29X" fmla="*/ 2497662 w 6184806"/>
              <a:gd name="GluePoint29Y" fmla="*/ 0 h 5154967"/>
              <a:gd name="GluePoint30X" fmla="*/ 2639415 w 6184806"/>
              <a:gd name="GluePoint30Y" fmla="*/ 83546 h 5154967"/>
              <a:gd name="GluePoint31X" fmla="*/ 2887862 w 6184806"/>
              <a:gd name="GluePoint31Y" fmla="*/ 511387 h 5154967"/>
              <a:gd name="GluePoint32X" fmla="*/ 2915928 w 6184806"/>
              <a:gd name="GluePoint32Y" fmla="*/ 559720 h 5154967"/>
              <a:gd name="GluePoint33X" fmla="*/ 2893844 w 6184806"/>
              <a:gd name="GluePoint33Y" fmla="*/ 559720 h 5154967"/>
              <a:gd name="GluePoint34X" fmla="*/ 2789466 w 6184806"/>
              <a:gd name="GluePoint34Y" fmla="*/ 559720 h 5154967"/>
              <a:gd name="GluePoint35X" fmla="*/ 2744122 w 6184806"/>
              <a:gd name="GluePoint35Y" fmla="*/ 481634 h 5154967"/>
              <a:gd name="GluePoint36X" fmla="*/ 2570885 w 6184806"/>
              <a:gd name="GluePoint36Y" fmla="*/ 183309 h 5154967"/>
              <a:gd name="GluePoint37X" fmla="*/ 2445216 w 6184806"/>
              <a:gd name="GluePoint37Y" fmla="*/ 109243 h 5154967"/>
              <a:gd name="GluePoint38X" fmla="*/ 1625714 w 6184806"/>
              <a:gd name="GluePoint38Y" fmla="*/ 109243 h 5154967"/>
              <a:gd name="GluePoint39X" fmla="*/ 1498276 w 6184806"/>
              <a:gd name="GluePoint39Y" fmla="*/ 183309 h 5154967"/>
              <a:gd name="GluePoint40X" fmla="*/ 1089410 w 6184806"/>
              <a:gd name="GluePoint40Y" fmla="*/ 890450 h 5154967"/>
              <a:gd name="GluePoint41X" fmla="*/ 1089410 w 6184806"/>
              <a:gd name="GluePoint41Y" fmla="*/ 1035054 h 5154967"/>
              <a:gd name="GluePoint42X" fmla="*/ 1498276 w 6184806"/>
              <a:gd name="GluePoint42Y" fmla="*/ 1742196 h 5154967"/>
              <a:gd name="GluePoint43X" fmla="*/ 1552039 w 6184806"/>
              <a:gd name="GluePoint43Y" fmla="*/ 1796422 h 5154967"/>
              <a:gd name="GluePoint44X" fmla="*/ 1558260 w 6184806"/>
              <a:gd name="GluePoint44Y" fmla="*/ 1799029 h 5154967"/>
              <a:gd name="GluePoint45X" fmla="*/ 1524911 w 6184806"/>
              <a:gd name="GluePoint45Y" fmla="*/ 1856707 h 5154967"/>
              <a:gd name="GluePoint46X" fmla="*/ 1500108 w 6184806"/>
              <a:gd name="GluePoint46Y" fmla="*/ 1899604 h 5154967"/>
              <a:gd name="GluePoint47X" fmla="*/ 1525834 w 6184806"/>
              <a:gd name="GluePoint47Y" fmla="*/ 1910390 h 5154967"/>
              <a:gd name="GluePoint48X" fmla="*/ 1569352 w 6184806"/>
              <a:gd name="GluePoint48Y" fmla="*/ 1916170 h 5154967"/>
              <a:gd name="GluePoint49X" fmla="*/ 2493745 w 6184806"/>
              <a:gd name="GluePoint49Y" fmla="*/ 1916170 h 5154967"/>
              <a:gd name="GluePoint50X" fmla="*/ 2635498 w 6184806"/>
              <a:gd name="GluePoint50Y" fmla="*/ 1832627 h 5154967"/>
              <a:gd name="GluePoint51X" fmla="*/ 3098693 w 6184806"/>
              <a:gd name="GluePoint51Y" fmla="*/ 1034974 h 5154967"/>
              <a:gd name="GluePoint52X" fmla="*/ 3098693 w 6184806"/>
              <a:gd name="GluePoint52Y" fmla="*/ 871863 h 5154967"/>
              <a:gd name="GluePoint53X" fmla="*/ 2945803 w 6184806"/>
              <a:gd name="GluePoint53Y" fmla="*/ 608576 h 5154967"/>
              <a:gd name="GluePoint54X" fmla="*/ 2923422 w 6184806"/>
              <a:gd name="GluePoint54Y" fmla="*/ 570035 h 5154967"/>
              <a:gd name="GluePoint55X" fmla="*/ 3027104 w 6184806"/>
              <a:gd name="GluePoint55Y" fmla="*/ 570035 h 5154967"/>
              <a:gd name="GluePoint56X" fmla="*/ 4690846 w 6184806"/>
              <a:gd name="GluePoint56Y" fmla="*/ 570035 h 5154967"/>
              <a:gd name="GluePoint57X" fmla="*/ 5028384 w 6184806"/>
              <a:gd name="GluePoint57Y" fmla="*/ 768968 h 5154967"/>
              <a:gd name="GluePoint58X" fmla="*/ 6131323 w 6184806"/>
              <a:gd name="GluePoint58Y" fmla="*/ 2668304 h 5154967"/>
              <a:gd name="GluePoint59X" fmla="*/ 6131323 w 6184806"/>
              <a:gd name="GluePoint59Y" fmla="*/ 3056698 h 5154967"/>
              <a:gd name="GluePoint60X" fmla="*/ 5028384 w 6184806"/>
              <a:gd name="GluePoint60Y" fmla="*/ 4956035 h 5154967"/>
              <a:gd name="GluePoint61X" fmla="*/ 4690846 w 6184806"/>
              <a:gd name="GluePoint61Y" fmla="*/ 5154967 h 5154967"/>
              <a:gd name="GluePoint62X" fmla="*/ 2489721 w 6184806"/>
              <a:gd name="GluePoint62Y" fmla="*/ 5154967 h 5154967"/>
              <a:gd name="GluePoint63X" fmla="*/ 2147429 w 6184806"/>
              <a:gd name="GluePoint63Y" fmla="*/ 4956035 h 5154967"/>
              <a:gd name="GluePoint64X" fmla="*/ 1049243 w 6184806"/>
              <a:gd name="GluePoint64Y" fmla="*/ 3056698 h 5154967"/>
              <a:gd name="GluePoint65X" fmla="*/ 1049243 w 6184806"/>
              <a:gd name="GluePoint65Y" fmla="*/ 2668304 h 5154967"/>
              <a:gd name="GluePoint66X" fmla="*/ 1457007 w 6184806"/>
              <a:gd name="GluePoint66Y" fmla="*/ 1963067 h 5154967"/>
              <a:gd name="GluePoint67X" fmla="*/ 1491373 w 6184806"/>
              <a:gd name="GluePoint67Y" fmla="*/ 1903634 h 5154967"/>
              <a:gd name="GluePoint68X" fmla="*/ 1490164 w 6184806"/>
              <a:gd name="GluePoint68Y" fmla="*/ 1903127 h 5154967"/>
              <a:gd name="GluePoint69X" fmla="*/ 1429519 w 6184806"/>
              <a:gd name="GluePoint69Y" fmla="*/ 1841960 h 5154967"/>
              <a:gd name="GluePoint70X" fmla="*/ 968320 w 6184806"/>
              <a:gd name="GluePoint70Y" fmla="*/ 1044307 h 5154967"/>
              <a:gd name="GluePoint71X" fmla="*/ 968320 w 6184806"/>
              <a:gd name="GluePoint71Y" fmla="*/ 881196 h 5154967"/>
              <a:gd name="GluePoint72X" fmla="*/ 1429519 w 6184806"/>
              <a:gd name="GluePoint72Y" fmla="*/ 83546 h 5154967"/>
              <a:gd name="GluePoint73X" fmla="*/ 1573268 w 6184806"/>
              <a:gd name="GluePoint73Y" fmla="*/ 0 h 51549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Lst>
            <a:rect l="textAreaLeft" t="textAreaTop" r="textAreaRight" b="textAreaBottom"/>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dk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a typeface="ＭＳ Ｐゴシック"/>
            </a:endParaRPr>
          </a:p>
        </p:txBody>
      </p:sp>
      <p:sp>
        <p:nvSpPr>
          <p:cNvPr id="73" name="PlaceHolder 1"/>
          <p:cNvSpPr>
            <a:spLocks noGrp="1"/>
          </p:cNvSpPr>
          <p:nvPr>
            <p:ph type="subTitle"/>
          </p:nvPr>
        </p:nvSpPr>
        <p:spPr>
          <a:xfrm>
            <a:off x="1245600" y="1018440"/>
            <a:ext cx="8534160" cy="733680"/>
          </a:xfrm>
          <a:prstGeom prst="rect">
            <a:avLst/>
          </a:prstGeom>
          <a:noFill/>
          <a:ln w="9360">
            <a:noFill/>
          </a:ln>
        </p:spPr>
        <p:txBody>
          <a:bodyPr lIns="91440" tIns="45720" rIns="91440" bIns="45720" numCol="1" spcCol="0" anchor="t">
            <a:noAutofit/>
          </a:bodyPr>
          <a:lstStyle/>
          <a:p>
            <a:pPr algn="ctr" defTabSz="457200">
              <a:lnSpc>
                <a:spcPct val="100000"/>
              </a:lnSpc>
              <a:spcBef>
                <a:spcPts val="720"/>
              </a:spcBef>
              <a:tabLst>
                <a:tab pos="0" algn="l"/>
              </a:tabLst>
            </a:pPr>
            <a:r>
              <a:rPr lang="en-IN" sz="3600" b="1" u="sng" strike="noStrike">
                <a:solidFill>
                  <a:schemeClr val="dk2"/>
                </a:solidFill>
                <a:effectLst/>
                <a:uFillTx/>
                <a:latin typeface="TradeGothic"/>
                <a:ea typeface="ＭＳ Ｐゴシック"/>
              </a:rPr>
              <a:t>AI Business Support Bot</a:t>
            </a:r>
            <a:endParaRPr lang="en-IN" sz="3600" b="0" u="none" strike="noStrike">
              <a:solidFill>
                <a:srgbClr val="000000"/>
              </a:solidFill>
              <a:effectLst/>
              <a:uFillTx/>
              <a:latin typeface="Arial"/>
            </a:endParaRPr>
          </a:p>
        </p:txBody>
      </p:sp>
      <p:sp>
        <p:nvSpPr>
          <p:cNvPr id="74" name="PlaceHolder 2"/>
          <p:cNvSpPr>
            <a:spLocks noGrp="1"/>
          </p:cNvSpPr>
          <p:nvPr>
            <p:ph type="title"/>
          </p:nvPr>
        </p:nvSpPr>
        <p:spPr>
          <a:xfrm>
            <a:off x="331200" y="-526680"/>
            <a:ext cx="10362960" cy="207612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4000" b="1" u="none" strike="noStrike">
                <a:solidFill>
                  <a:schemeClr val="dk2"/>
                </a:solidFill>
                <a:effectLst/>
                <a:uFillTx/>
                <a:latin typeface="Garamond"/>
                <a:ea typeface="ＭＳ Ｐゴシック"/>
              </a:rPr>
              <a:t>PANDORA HACKATHON 2026</a:t>
            </a:r>
            <a:endParaRPr lang="en-US" sz="4000" b="0" u="none" strike="noStrike">
              <a:solidFill>
                <a:schemeClr val="dk1"/>
              </a:solidFill>
              <a:effectLst/>
              <a:uFillTx/>
              <a:latin typeface="Calibri"/>
            </a:endParaRPr>
          </a:p>
        </p:txBody>
      </p:sp>
      <p:sp>
        <p:nvSpPr>
          <p:cNvPr id="75" name="TextBox 9"/>
          <p:cNvSpPr/>
          <p:nvPr/>
        </p:nvSpPr>
        <p:spPr>
          <a:xfrm>
            <a:off x="628200" y="1752480"/>
            <a:ext cx="5924160" cy="3947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1800" b="0" u="none" strike="noStrike">
              <a:solidFill>
                <a:srgbClr val="000000"/>
              </a:solidFill>
              <a:effectLst/>
              <a:uFillTx/>
              <a:latin typeface="Arial"/>
            </a:endParaRPr>
          </a:p>
          <a:p>
            <a:pPr marL="285840" indent="-285840" algn="just" defTabSz="457200">
              <a:lnSpc>
                <a:spcPct val="200000"/>
              </a:lnSpc>
              <a:buClr>
                <a:srgbClr val="1F497D"/>
              </a:buClr>
              <a:buFont typeface="Arial"/>
              <a:buChar char="•"/>
            </a:pPr>
            <a:r>
              <a:rPr lang="en-US" sz="2400" b="1" u="none" strike="noStrike">
                <a:solidFill>
                  <a:schemeClr val="dk2"/>
                </a:solidFill>
                <a:effectLst/>
                <a:uFillTx/>
                <a:latin typeface="Arial"/>
                <a:ea typeface="ＭＳ Ｐゴシック"/>
              </a:rPr>
              <a:t>Theme- AI + n8n Automation</a:t>
            </a:r>
            <a:endParaRPr lang="en-IN" sz="2400" b="0" u="none" strike="noStrike">
              <a:solidFill>
                <a:srgbClr val="000000"/>
              </a:solidFill>
              <a:effectLst/>
              <a:uFillTx/>
              <a:latin typeface="Arial"/>
            </a:endParaRPr>
          </a:p>
          <a:p>
            <a:pPr marL="285840" indent="-285840" algn="just" defTabSz="457200">
              <a:lnSpc>
                <a:spcPct val="200000"/>
              </a:lnSpc>
              <a:buClr>
                <a:srgbClr val="1F497D"/>
              </a:buClr>
              <a:buFont typeface="Arial"/>
              <a:buChar char="•"/>
            </a:pPr>
            <a:r>
              <a:rPr lang="en-US" sz="2400" b="1" u="none" strike="noStrike">
                <a:solidFill>
                  <a:schemeClr val="dk2"/>
                </a:solidFill>
                <a:effectLst/>
                <a:uFillTx/>
                <a:latin typeface="Arial"/>
                <a:ea typeface="ＭＳ Ｐゴシック"/>
              </a:rPr>
              <a:t>Team Name: NodeMinds</a:t>
            </a:r>
            <a:endParaRPr lang="en-IN" sz="2400" b="0" u="none" strike="noStrike">
              <a:solidFill>
                <a:srgbClr val="000000"/>
              </a:solidFill>
              <a:effectLst/>
              <a:uFillTx/>
              <a:latin typeface="Arial"/>
            </a:endParaRPr>
          </a:p>
          <a:p>
            <a:pPr marL="285840" indent="-285840" algn="just" defTabSz="457200">
              <a:lnSpc>
                <a:spcPct val="200000"/>
              </a:lnSpc>
              <a:buClr>
                <a:srgbClr val="1F497D"/>
              </a:buClr>
              <a:buFont typeface="Arial"/>
              <a:buChar char="•"/>
            </a:pPr>
            <a:r>
              <a:rPr lang="en-US" sz="2400" b="1" u="none" strike="noStrike">
                <a:solidFill>
                  <a:schemeClr val="dk2"/>
                </a:solidFill>
                <a:effectLst/>
                <a:uFillTx/>
                <a:latin typeface="Arial"/>
                <a:ea typeface="ＭＳ Ｐゴシック"/>
              </a:rPr>
              <a:t>Team Members:</a:t>
            </a:r>
            <a:endParaRPr lang="en-IN" sz="2400" b="0" u="none" strike="noStrike">
              <a:solidFill>
                <a:srgbClr val="000000"/>
              </a:solidFill>
              <a:effectLst/>
              <a:uFillTx/>
              <a:latin typeface="Arial"/>
            </a:endParaRPr>
          </a:p>
          <a:p>
            <a:pPr algn="just" defTabSz="457200">
              <a:lnSpc>
                <a:spcPct val="200000"/>
              </a:lnSpc>
            </a:pPr>
            <a:endParaRPr lang="en-IN" sz="2400" b="0" u="none" strike="noStrike">
              <a:solidFill>
                <a:srgbClr val="000000"/>
              </a:solidFill>
              <a:effectLst/>
              <a:uFillTx/>
              <a:latin typeface="Arial"/>
            </a:endParaRPr>
          </a:p>
          <a:p>
            <a:pPr algn="just" defTabSz="457200">
              <a:lnSpc>
                <a:spcPct val="200000"/>
              </a:lnSpc>
            </a:pPr>
            <a:endParaRPr lang="en-IN" sz="2400" b="0" u="none" strike="noStrike">
              <a:solidFill>
                <a:srgbClr val="000000"/>
              </a:solidFill>
              <a:effectLst/>
              <a:uFillTx/>
              <a:latin typeface="Arial"/>
            </a:endParaRPr>
          </a:p>
        </p:txBody>
      </p:sp>
      <p:pic>
        <p:nvPicPr>
          <p:cNvPr id="76" name="Graphic 15"/>
          <p:cNvPicPr/>
          <p:nvPr/>
        </p:nvPicPr>
        <p:blipFill>
          <a:blip r:embed="rId2">
            <a:extLst>
              <a:ext uri="{96DAC541-7B7A-43D3-8B79-37D633B846F1}">
                <asvg:svgBlip xmlns:asvg="http://schemas.microsoft.com/office/drawing/2016/SVG/main" r:embed="rId3"/>
              </a:ext>
            </a:extLst>
          </a:blip>
          <a:srcRect l="20861" t="12324" r="19031" b="27985"/>
          <a:stretch/>
        </p:blipFill>
        <p:spPr>
          <a:xfrm>
            <a:off x="10972800" y="115920"/>
            <a:ext cx="1072440" cy="1064880"/>
          </a:xfrm>
          <a:prstGeom prst="rect">
            <a:avLst/>
          </a:prstGeom>
          <a:noFill/>
          <a:ln w="0">
            <a:noFill/>
          </a:ln>
        </p:spPr>
      </p:pic>
      <p:sp>
        <p:nvSpPr>
          <p:cNvPr id="77" name="TextBox 4"/>
          <p:cNvSpPr/>
          <p:nvPr/>
        </p:nvSpPr>
        <p:spPr>
          <a:xfrm>
            <a:off x="2723040" y="4138560"/>
            <a:ext cx="6093720" cy="155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indent="-457200" defTabSz="457200">
              <a:lnSpc>
                <a:spcPct val="100000"/>
              </a:lnSpc>
              <a:buClr>
                <a:srgbClr val="1F497D"/>
              </a:buClr>
              <a:buFont typeface="Calibri"/>
              <a:buAutoNum type="arabicParenR"/>
            </a:pPr>
            <a:r>
              <a:rPr lang="en-US" sz="2400" b="1" u="none" strike="noStrike">
                <a:solidFill>
                  <a:schemeClr val="dk2"/>
                </a:solidFill>
                <a:effectLst/>
                <a:uFillTx/>
                <a:latin typeface="Calibri"/>
                <a:ea typeface="ＭＳ Ｐゴシック"/>
              </a:rPr>
              <a:t>Nitesh Ranjankar</a:t>
            </a:r>
            <a:endParaRPr lang="en-IN" sz="2400" b="0" u="none" strike="noStrike">
              <a:solidFill>
                <a:srgbClr val="000000"/>
              </a:solidFill>
              <a:effectLst/>
              <a:uFillTx/>
              <a:latin typeface="Arial"/>
            </a:endParaRPr>
          </a:p>
          <a:p>
            <a:pPr marL="457200" indent="-457200" defTabSz="457200">
              <a:lnSpc>
                <a:spcPct val="100000"/>
              </a:lnSpc>
              <a:buClr>
                <a:srgbClr val="1F497D"/>
              </a:buClr>
              <a:buFont typeface="Calibri"/>
              <a:buAutoNum type="arabicParenR"/>
            </a:pPr>
            <a:r>
              <a:rPr lang="en-US" sz="2400" b="1" u="none" strike="noStrike">
                <a:solidFill>
                  <a:schemeClr val="dk2"/>
                </a:solidFill>
                <a:effectLst/>
                <a:uFillTx/>
                <a:latin typeface="Calibri"/>
                <a:ea typeface="ＭＳ Ｐゴシック"/>
              </a:rPr>
              <a:t>Ashish Deshmukh</a:t>
            </a:r>
            <a:endParaRPr lang="en-IN" sz="2400" b="0" u="none" strike="noStrike">
              <a:solidFill>
                <a:srgbClr val="000000"/>
              </a:solidFill>
              <a:effectLst/>
              <a:uFillTx/>
              <a:latin typeface="Arial"/>
            </a:endParaRPr>
          </a:p>
          <a:p>
            <a:pPr marL="457200" indent="-457200" defTabSz="457200">
              <a:lnSpc>
                <a:spcPct val="100000"/>
              </a:lnSpc>
              <a:buClr>
                <a:srgbClr val="1F497D"/>
              </a:buClr>
              <a:buFont typeface="Calibri"/>
              <a:buAutoNum type="arabicParenR"/>
            </a:pPr>
            <a:r>
              <a:rPr lang="en-US" sz="2400" b="1" u="none" strike="noStrike">
                <a:solidFill>
                  <a:schemeClr val="dk2"/>
                </a:solidFill>
                <a:effectLst/>
                <a:uFillTx/>
                <a:latin typeface="Calibri"/>
                <a:ea typeface="ＭＳ Ｐゴシック"/>
              </a:rPr>
              <a:t>Sarthak Bhalearo</a:t>
            </a:r>
            <a:endParaRPr lang="en-IN" sz="2400" b="0" u="none" strike="noStrike">
              <a:solidFill>
                <a:srgbClr val="000000"/>
              </a:solidFill>
              <a:effectLst/>
              <a:uFillTx/>
              <a:latin typeface="Arial"/>
            </a:endParaRPr>
          </a:p>
          <a:p>
            <a:pPr marL="457200" indent="-457200" defTabSz="457200">
              <a:lnSpc>
                <a:spcPct val="100000"/>
              </a:lnSpc>
              <a:buClr>
                <a:srgbClr val="1F497D"/>
              </a:buClr>
              <a:buFont typeface="Calibri"/>
              <a:buAutoNum type="arabicParenR"/>
            </a:pPr>
            <a:r>
              <a:rPr lang="en-US" sz="2400" b="1" u="none" strike="noStrike">
                <a:solidFill>
                  <a:schemeClr val="dk2"/>
                </a:solidFill>
                <a:effectLst/>
                <a:uFillTx/>
                <a:latin typeface="Calibri"/>
                <a:ea typeface="ＭＳ Ｐゴシック"/>
              </a:rPr>
              <a:t>Alina Pathan</a:t>
            </a:r>
            <a:endParaRPr lang="en-IN" sz="24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Oval 1" descr="Your startup LOGO"/>
          <p:cNvSpPr/>
          <p:nvPr/>
        </p:nvSpPr>
        <p:spPr>
          <a:xfrm>
            <a:off x="455040" y="307080"/>
            <a:ext cx="1321560" cy="94320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200" b="1" u="none" strike="noStrike">
                <a:solidFill>
                  <a:schemeClr val="dk1"/>
                </a:solidFill>
                <a:effectLst/>
                <a:uFillTx/>
                <a:latin typeface="Calibri"/>
                <a:ea typeface="ＭＳ Ｐゴシック"/>
              </a:rPr>
              <a:t>NodeMinds</a:t>
            </a:r>
            <a:endParaRPr lang="en-IN" sz="1200" b="0" u="none" strike="noStrike">
              <a:solidFill>
                <a:srgbClr val="000000"/>
              </a:solidFill>
              <a:effectLst/>
              <a:uFillTx/>
              <a:latin typeface="Arial"/>
            </a:endParaRPr>
          </a:p>
        </p:txBody>
      </p:sp>
      <p:pic>
        <p:nvPicPr>
          <p:cNvPr id="79" name="Graphic 2"/>
          <p:cNvPicPr/>
          <p:nvPr/>
        </p:nvPicPr>
        <p:blipFill>
          <a:blip r:embed="rId3">
            <a:extLst>
              <a:ext uri="{96DAC541-7B7A-43D3-8B79-37D633B846F1}">
                <asvg:svgBlip xmlns:asvg="http://schemas.microsoft.com/office/drawing/2016/SVG/main" r:embed="rId4"/>
              </a:ext>
            </a:extLst>
          </a:blip>
          <a:srcRect l="20861" t="12324" r="19031" b="27985"/>
          <a:stretch/>
        </p:blipFill>
        <p:spPr>
          <a:xfrm>
            <a:off x="10972800" y="115920"/>
            <a:ext cx="1072440" cy="1064880"/>
          </a:xfrm>
          <a:prstGeom prst="rect">
            <a:avLst/>
          </a:prstGeom>
          <a:noFill/>
          <a:ln w="0">
            <a:noFill/>
          </a:ln>
        </p:spPr>
      </p:pic>
      <p:sp>
        <p:nvSpPr>
          <p:cNvPr id="80" name="TextBox 1"/>
          <p:cNvSpPr/>
          <p:nvPr/>
        </p:nvSpPr>
        <p:spPr>
          <a:xfrm>
            <a:off x="3637080" y="158400"/>
            <a:ext cx="626292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1" u="none" strike="noStrike">
                <a:solidFill>
                  <a:schemeClr val="dk2"/>
                </a:solidFill>
                <a:effectLst/>
                <a:uFillTx/>
                <a:latin typeface="Calibri"/>
                <a:ea typeface="ＭＳ Ｐゴシック"/>
              </a:rPr>
              <a:t>PROBLEM STATEMENT</a:t>
            </a:r>
            <a:endParaRPr lang="en-IN" sz="3600" b="0" u="none" strike="noStrike">
              <a:solidFill>
                <a:srgbClr val="000000"/>
              </a:solidFill>
              <a:effectLst/>
              <a:uFillTx/>
              <a:latin typeface="Arial"/>
            </a:endParaRPr>
          </a:p>
        </p:txBody>
      </p:sp>
      <p:sp>
        <p:nvSpPr>
          <p:cNvPr id="81" name="TextBox 10"/>
          <p:cNvSpPr/>
          <p:nvPr/>
        </p:nvSpPr>
        <p:spPr>
          <a:xfrm>
            <a:off x="490680" y="2354040"/>
            <a:ext cx="52750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800" b="0" u="none" strike="noStrike">
              <a:solidFill>
                <a:schemeClr val="dk1"/>
              </a:solidFill>
              <a:effectLst/>
              <a:uFillTx/>
              <a:latin typeface="Calibri"/>
              <a:ea typeface="ＭＳ Ｐゴシック"/>
            </a:endParaRPr>
          </a:p>
        </p:txBody>
      </p:sp>
      <p:sp>
        <p:nvSpPr>
          <p:cNvPr id="82" name="TextBox 17"/>
          <p:cNvSpPr/>
          <p:nvPr/>
        </p:nvSpPr>
        <p:spPr>
          <a:xfrm>
            <a:off x="1596000" y="1870560"/>
            <a:ext cx="9000000" cy="22453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457200">
              <a:lnSpc>
                <a:spcPct val="100000"/>
              </a:lnSpc>
              <a:spcBef>
                <a:spcPts val="1191"/>
              </a:spcBef>
              <a:spcAft>
                <a:spcPts val="992"/>
              </a:spcAft>
              <a:buClr>
                <a:srgbClr val="000000"/>
              </a:buClr>
            </a:pPr>
            <a:r>
              <a:rPr lang="en-US" sz="2000" b="0" u="none" strike="noStrike" dirty="0">
                <a:solidFill>
                  <a:schemeClr val="dk1"/>
                </a:solidFill>
                <a:effectLst/>
                <a:uFillTx/>
                <a:latin typeface="Calibri"/>
                <a:ea typeface="ＭＳ Ｐゴシック"/>
              </a:rPr>
              <a:t>To </a:t>
            </a:r>
            <a:r>
              <a:rPr lang="en-US" sz="2000" b="0" u="none" strike="noStrike" dirty="0" err="1">
                <a:solidFill>
                  <a:schemeClr val="dk1"/>
                </a:solidFill>
                <a:effectLst/>
                <a:uFillTx/>
                <a:latin typeface="Calibri"/>
                <a:ea typeface="ＭＳ Ｐゴシック"/>
              </a:rPr>
              <a:t>addresss</a:t>
            </a:r>
            <a:r>
              <a:rPr lang="en-US" sz="2000" b="0" u="none" strike="noStrike" dirty="0">
                <a:solidFill>
                  <a:schemeClr val="dk1"/>
                </a:solidFill>
                <a:effectLst/>
                <a:uFillTx/>
                <a:latin typeface="Calibri"/>
                <a:ea typeface="ＭＳ Ｐゴシック"/>
              </a:rPr>
              <a:t> the problem</a:t>
            </a:r>
            <a:r>
              <a:rPr lang="en-US" sz="2000" dirty="0">
                <a:solidFill>
                  <a:schemeClr val="dk1"/>
                </a:solidFill>
                <a:ea typeface="ＭＳ Ｐゴシック"/>
              </a:rPr>
              <a:t> Small businesses frequently face challenges in providing timely and consistent customer support due to limited staffing, operational hours, and resource constraints. This often results in delayed responses, customer dissatisfaction, and missed business opportunities. There is a need for a cost-effective solution that ensures instant, personalized, and round-the-clock customer assistance without requiring additional human intervention or increased staffing expenses.</a:t>
            </a:r>
            <a:endParaRPr lang="en-IN" sz="2000" b="0" u="none" strike="noStrike" dirty="0">
              <a:solidFill>
                <a:srgbClr val="000000"/>
              </a:solidFill>
              <a:effectLst/>
              <a:uFillTx/>
              <a:latin typeface="Arial"/>
            </a:endParaRPr>
          </a:p>
        </p:txBody>
      </p:sp>
      <p:cxnSp>
        <p:nvCxnSpPr>
          <p:cNvPr id="83" name="Straight Connector 1"/>
          <p:cNvCxnSpPr/>
          <p:nvPr/>
        </p:nvCxnSpPr>
        <p:spPr>
          <a:xfrm>
            <a:off x="3600000" y="778680"/>
            <a:ext cx="4476600" cy="9720"/>
          </a:xfrm>
          <a:prstGeom prst="straightConnector1">
            <a:avLst/>
          </a:prstGeom>
          <a:ln w="28575">
            <a:solidFill>
              <a:srgbClr val="4F81BD"/>
            </a:solidFill>
            <a:round/>
          </a:ln>
        </p:spPr>
      </p:cxnSp>
      <p:sp>
        <p:nvSpPr>
          <p:cNvPr id="3" name="TextBox 2">
            <a:extLst>
              <a:ext uri="{FF2B5EF4-FFF2-40B4-BE49-F238E27FC236}">
                <a16:creationId xmlns:a16="http://schemas.microsoft.com/office/drawing/2014/main" id="{0F2A5D82-2F21-8514-095B-9282FC2524F4}"/>
              </a:ext>
            </a:extLst>
          </p:cNvPr>
          <p:cNvSpPr txBox="1"/>
          <p:nvPr/>
        </p:nvSpPr>
        <p:spPr>
          <a:xfrm>
            <a:off x="2163380" y="4318078"/>
            <a:ext cx="7349840" cy="830997"/>
          </a:xfrm>
          <a:prstGeom prst="rect">
            <a:avLst/>
          </a:prstGeom>
          <a:noFill/>
        </p:spPr>
        <p:txBody>
          <a:bodyPr wrap="square">
            <a:spAutoFit/>
          </a:bodyPr>
          <a:lstStyle/>
          <a:p>
            <a:pPr algn="ctr"/>
            <a:r>
              <a:rPr lang="en-IN" sz="2400" b="1" i="1" dirty="0"/>
              <a:t>“Every delayed customer reply is a lost sale. We built an AI system that ensures that never happens again.”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Oval 9" descr="Your startup LOGO"/>
          <p:cNvSpPr/>
          <p:nvPr/>
        </p:nvSpPr>
        <p:spPr>
          <a:xfrm>
            <a:off x="329760" y="115920"/>
            <a:ext cx="1321560" cy="94320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200" b="1" u="none" strike="noStrike">
                <a:solidFill>
                  <a:schemeClr val="dk1"/>
                </a:solidFill>
                <a:effectLst/>
                <a:uFillTx/>
                <a:latin typeface="Calibri"/>
                <a:ea typeface="ＭＳ Ｐゴシック"/>
              </a:rPr>
              <a:t>NodeMinds</a:t>
            </a:r>
            <a:endParaRPr lang="en-IN" sz="1200" b="0" u="none" strike="noStrike">
              <a:solidFill>
                <a:srgbClr val="000000"/>
              </a:solidFill>
              <a:effectLst/>
              <a:uFillTx/>
              <a:latin typeface="Arial"/>
            </a:endParaRPr>
          </a:p>
        </p:txBody>
      </p:sp>
      <p:pic>
        <p:nvPicPr>
          <p:cNvPr id="85" name="Graphic 1"/>
          <p:cNvPicPr/>
          <p:nvPr/>
        </p:nvPicPr>
        <p:blipFill>
          <a:blip r:embed="rId3">
            <a:extLst>
              <a:ext uri="{96DAC541-7B7A-43D3-8B79-37D633B846F1}">
                <asvg:svgBlip xmlns:asvg="http://schemas.microsoft.com/office/drawing/2016/SVG/main" r:embed="rId4"/>
              </a:ext>
            </a:extLst>
          </a:blip>
          <a:srcRect l="20861" t="12324" r="19031" b="27985"/>
          <a:stretch/>
        </p:blipFill>
        <p:spPr>
          <a:xfrm>
            <a:off x="10972800" y="115920"/>
            <a:ext cx="1072440" cy="1064880"/>
          </a:xfrm>
          <a:prstGeom prst="rect">
            <a:avLst/>
          </a:prstGeom>
          <a:noFill/>
          <a:ln w="0">
            <a:noFill/>
          </a:ln>
        </p:spPr>
      </p:pic>
      <p:sp>
        <p:nvSpPr>
          <p:cNvPr id="86" name="TextBox 3"/>
          <p:cNvSpPr/>
          <p:nvPr/>
        </p:nvSpPr>
        <p:spPr>
          <a:xfrm>
            <a:off x="4457520" y="158400"/>
            <a:ext cx="626292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1" u="none" strike="noStrike">
                <a:solidFill>
                  <a:schemeClr val="dk2"/>
                </a:solidFill>
                <a:effectLst/>
                <a:uFillTx/>
                <a:latin typeface="Calibri"/>
                <a:ea typeface="ＭＳ Ｐゴシック"/>
              </a:rPr>
              <a:t>IDEA TITLE</a:t>
            </a:r>
            <a:endParaRPr lang="en-IN" sz="3600" b="0" u="none" strike="noStrike">
              <a:solidFill>
                <a:srgbClr val="000000"/>
              </a:solidFill>
              <a:effectLst/>
              <a:uFillTx/>
              <a:latin typeface="Arial"/>
            </a:endParaRPr>
          </a:p>
        </p:txBody>
      </p:sp>
      <p:sp>
        <p:nvSpPr>
          <p:cNvPr id="87" name="TextBox 8"/>
          <p:cNvSpPr/>
          <p:nvPr/>
        </p:nvSpPr>
        <p:spPr>
          <a:xfrm>
            <a:off x="192960" y="1583280"/>
            <a:ext cx="6095520" cy="39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1F497D"/>
              </a:buClr>
              <a:buFont typeface="Arial"/>
              <a:buChar char="•"/>
            </a:pPr>
            <a:r>
              <a:rPr lang="en-US" sz="2000" b="1" u="none" strike="noStrike" dirty="0">
                <a:solidFill>
                  <a:schemeClr val="dk2"/>
                </a:solidFill>
                <a:effectLst/>
                <a:uFillTx/>
                <a:latin typeface="Calibri"/>
                <a:ea typeface="ＭＳ Ｐゴシック"/>
              </a:rPr>
              <a:t>🔹 Detailed Explanation of the Proposed Solution </a:t>
            </a:r>
            <a:endParaRPr lang="en-IN" sz="2000" b="0" u="none" strike="noStrike" dirty="0">
              <a:solidFill>
                <a:srgbClr val="000000"/>
              </a:solidFill>
              <a:effectLst/>
              <a:uFillTx/>
              <a:latin typeface="Arial"/>
            </a:endParaRPr>
          </a:p>
        </p:txBody>
      </p:sp>
      <p:sp>
        <p:nvSpPr>
          <p:cNvPr id="88" name="TextBox 11"/>
          <p:cNvSpPr/>
          <p:nvPr/>
        </p:nvSpPr>
        <p:spPr>
          <a:xfrm>
            <a:off x="6321600" y="1583280"/>
            <a:ext cx="609552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000" b="1" u="none" strike="noStrike">
                <a:solidFill>
                  <a:schemeClr val="dk2"/>
                </a:solidFill>
                <a:effectLst/>
                <a:uFillTx/>
                <a:latin typeface="Calibri"/>
                <a:ea typeface="ＭＳ Ｐゴシック"/>
              </a:rPr>
              <a:t>🔹 How It Addresses the Problem </a:t>
            </a:r>
            <a:endParaRPr lang="en-IN" sz="2000" b="0" u="none" strike="noStrike">
              <a:solidFill>
                <a:srgbClr val="000000"/>
              </a:solidFill>
              <a:effectLst/>
              <a:uFillTx/>
              <a:latin typeface="Arial"/>
            </a:endParaRPr>
          </a:p>
        </p:txBody>
      </p:sp>
      <p:sp>
        <p:nvSpPr>
          <p:cNvPr id="89" name="TextBox 13"/>
          <p:cNvSpPr/>
          <p:nvPr/>
        </p:nvSpPr>
        <p:spPr>
          <a:xfrm>
            <a:off x="6288840" y="3831480"/>
            <a:ext cx="536760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000" b="1" u="none" strike="noStrike">
                <a:solidFill>
                  <a:schemeClr val="dk2"/>
                </a:solidFill>
                <a:effectLst/>
                <a:uFillTx/>
                <a:latin typeface="Calibri"/>
                <a:ea typeface="ＭＳ Ｐゴシック"/>
              </a:rPr>
              <a:t>🔹 Innovation and Uniqueness of the Solution </a:t>
            </a:r>
            <a:endParaRPr lang="en-IN" sz="2000" b="0" u="none" strike="noStrike">
              <a:solidFill>
                <a:srgbClr val="000000"/>
              </a:solidFill>
              <a:effectLst/>
              <a:uFillTx/>
              <a:latin typeface="Arial"/>
            </a:endParaRPr>
          </a:p>
        </p:txBody>
      </p:sp>
      <p:sp>
        <p:nvSpPr>
          <p:cNvPr id="90" name="TextBox 16"/>
          <p:cNvSpPr/>
          <p:nvPr/>
        </p:nvSpPr>
        <p:spPr>
          <a:xfrm>
            <a:off x="490680" y="2354040"/>
            <a:ext cx="52750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1800" b="0" u="none" strike="noStrike">
              <a:solidFill>
                <a:schemeClr val="dk1"/>
              </a:solidFill>
              <a:effectLst/>
              <a:uFillTx/>
              <a:latin typeface="Calibri"/>
              <a:ea typeface="ＭＳ Ｐゴシック"/>
            </a:endParaRPr>
          </a:p>
        </p:txBody>
      </p:sp>
      <p:sp>
        <p:nvSpPr>
          <p:cNvPr id="91" name="TextBox 18"/>
          <p:cNvSpPr/>
          <p:nvPr/>
        </p:nvSpPr>
        <p:spPr>
          <a:xfrm>
            <a:off x="6754320" y="2188800"/>
            <a:ext cx="4685760" cy="146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Provides instant </a:t>
            </a:r>
            <a:r>
              <a:rPr lang="en-US" sz="1800" b="1" u="none" strike="noStrike">
                <a:solidFill>
                  <a:schemeClr val="dk1"/>
                </a:solidFill>
                <a:effectLst/>
                <a:uFillTx/>
                <a:latin typeface="Calibri"/>
                <a:ea typeface="ＭＳ Ｐゴシック"/>
              </a:rPr>
              <a:t>24/7 automated </a:t>
            </a:r>
            <a:r>
              <a:rPr lang="en-US" sz="1800" b="0" u="none" strike="noStrike">
                <a:solidFill>
                  <a:schemeClr val="dk1"/>
                </a:solidFill>
                <a:effectLst/>
                <a:uFillTx/>
                <a:latin typeface="Calibri"/>
                <a:ea typeface="ＭＳ Ｐゴシック"/>
              </a:rPr>
              <a:t>responses</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 Reduces manual workload and operational costs</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 Ensures structured and secure communication </a:t>
            </a:r>
            <a:r>
              <a:rPr lang="en-US" sz="1800" b="1" u="none" strike="noStrike">
                <a:solidFill>
                  <a:schemeClr val="dk1"/>
                </a:solidFill>
                <a:effectLst/>
                <a:uFillTx/>
                <a:latin typeface="Calibri"/>
                <a:ea typeface="ＭＳ Ｐゴシック"/>
              </a:rPr>
              <a:t>tracking </a:t>
            </a:r>
            <a:r>
              <a:rPr lang="en-US" sz="1800" b="0" u="none" strike="noStrike">
                <a:solidFill>
                  <a:schemeClr val="dk1"/>
                </a:solidFill>
                <a:effectLst/>
                <a:uFillTx/>
                <a:latin typeface="Calibri"/>
                <a:ea typeface="ＭＳ Ｐゴシック"/>
              </a:rPr>
              <a:t>and </a:t>
            </a:r>
            <a:r>
              <a:rPr lang="en-US" sz="1800" b="1" u="none" strike="noStrike">
                <a:solidFill>
                  <a:schemeClr val="dk1"/>
                </a:solidFill>
                <a:effectLst/>
                <a:uFillTx/>
                <a:latin typeface="Calibri"/>
                <a:ea typeface="ＭＳ Ｐゴシック"/>
              </a:rPr>
              <a:t>logging</a:t>
            </a:r>
            <a:endParaRPr lang="en-IN" sz="1800" b="0" u="none" strike="noStrike">
              <a:solidFill>
                <a:srgbClr val="000000"/>
              </a:solidFill>
              <a:effectLst/>
              <a:uFillTx/>
              <a:latin typeface="Arial"/>
            </a:endParaRPr>
          </a:p>
        </p:txBody>
      </p:sp>
      <p:sp>
        <p:nvSpPr>
          <p:cNvPr id="92" name="TextBox 20"/>
          <p:cNvSpPr/>
          <p:nvPr/>
        </p:nvSpPr>
        <p:spPr>
          <a:xfrm>
            <a:off x="6754320" y="4480200"/>
            <a:ext cx="4343400" cy="1736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000000"/>
              </a:buClr>
              <a:buFont typeface="Arial"/>
              <a:buChar char="•"/>
            </a:pPr>
            <a:r>
              <a:rPr lang="en-US" sz="1800" b="1" u="none" strike="noStrike" dirty="0">
                <a:solidFill>
                  <a:schemeClr val="dk1"/>
                </a:solidFill>
                <a:effectLst/>
                <a:uFillTx/>
                <a:latin typeface="Calibri"/>
                <a:ea typeface="ＭＳ Ｐゴシック"/>
              </a:rPr>
              <a:t>AI + Automation</a:t>
            </a:r>
            <a:r>
              <a:rPr lang="en-US" sz="1800" b="0" u="none" strike="noStrike" dirty="0">
                <a:solidFill>
                  <a:schemeClr val="dk1"/>
                </a:solidFill>
                <a:effectLst/>
                <a:uFillTx/>
                <a:latin typeface="Calibri"/>
                <a:ea typeface="ＭＳ Ｐゴシック"/>
              </a:rPr>
              <a:t> in one low-code workflow</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Smart complaint/refund detection</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Human fallback for sensitive cases</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End-to-end automated </a:t>
            </a:r>
            <a:r>
              <a:rPr lang="en-US" sz="1800" b="1" u="none" strike="noStrike" dirty="0">
                <a:solidFill>
                  <a:schemeClr val="dk1"/>
                </a:solidFill>
                <a:effectLst/>
                <a:uFillTx/>
                <a:latin typeface="Calibri"/>
                <a:ea typeface="ＭＳ Ｐゴシック"/>
              </a:rPr>
              <a:t>support system</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Scalable &amp; cost-effective for SMEs</a:t>
            </a:r>
            <a:endParaRPr lang="en-IN" sz="1800" b="0" u="none" strike="noStrike" dirty="0">
              <a:solidFill>
                <a:srgbClr val="000000"/>
              </a:solidFill>
              <a:effectLst/>
              <a:uFillTx/>
              <a:latin typeface="Arial"/>
            </a:endParaRPr>
          </a:p>
        </p:txBody>
      </p:sp>
      <p:sp>
        <p:nvSpPr>
          <p:cNvPr id="93" name="TextBox 25"/>
          <p:cNvSpPr/>
          <p:nvPr/>
        </p:nvSpPr>
        <p:spPr>
          <a:xfrm>
            <a:off x="667080" y="2281320"/>
            <a:ext cx="4922280" cy="3382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AI-powered automated </a:t>
            </a:r>
            <a:r>
              <a:rPr lang="en-US" sz="1800" b="1" u="none" strike="noStrike" dirty="0">
                <a:solidFill>
                  <a:schemeClr val="dk1"/>
                </a:solidFill>
                <a:effectLst/>
                <a:uFillTx/>
                <a:latin typeface="Calibri"/>
                <a:ea typeface="ＭＳ Ｐゴシック"/>
              </a:rPr>
              <a:t>customer support system</a:t>
            </a:r>
            <a:r>
              <a:rPr lang="en-US" sz="1800" b="0" u="none" strike="noStrike" dirty="0">
                <a:solidFill>
                  <a:schemeClr val="dk1"/>
                </a:solidFill>
                <a:effectLst/>
                <a:uFillTx/>
                <a:latin typeface="Calibri"/>
                <a:ea typeface="ＭＳ Ｐゴシック"/>
              </a:rPr>
              <a:t> for small businesses</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Captures customer queries instantly through online </a:t>
            </a:r>
            <a:r>
              <a:rPr lang="en-US" sz="1800" b="1" u="none" strike="noStrike" dirty="0">
                <a:solidFill>
                  <a:schemeClr val="dk1"/>
                </a:solidFill>
                <a:effectLst/>
                <a:uFillTx/>
                <a:latin typeface="Calibri"/>
                <a:ea typeface="ＭＳ Ｐゴシック"/>
              </a:rPr>
              <a:t>Tally form</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Processes and understands requests using </a:t>
            </a:r>
            <a:r>
              <a:rPr lang="en-US" sz="1800" b="1" u="none" strike="noStrike" dirty="0">
                <a:solidFill>
                  <a:schemeClr val="dk1"/>
                </a:solidFill>
                <a:effectLst/>
                <a:uFillTx/>
                <a:latin typeface="Calibri"/>
                <a:ea typeface="ＭＳ Ｐゴシック"/>
              </a:rPr>
              <a:t>Google Gemini AI</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Automatically generates and sends </a:t>
            </a:r>
            <a:r>
              <a:rPr lang="en-US" sz="1800" b="1" u="none" strike="noStrike" dirty="0">
                <a:solidFill>
                  <a:schemeClr val="dk1"/>
                </a:solidFill>
                <a:effectLst/>
                <a:uFillTx/>
                <a:latin typeface="Calibri"/>
                <a:ea typeface="ＭＳ Ｐゴシック"/>
              </a:rPr>
              <a:t>personalized email responses</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Logs all customer interactions securely in </a:t>
            </a:r>
            <a:r>
              <a:rPr lang="en-US" sz="1800" b="1" u="none" strike="noStrike" dirty="0">
                <a:solidFill>
                  <a:schemeClr val="dk1"/>
                </a:solidFill>
                <a:effectLst/>
                <a:uFillTx/>
                <a:latin typeface="Calibri"/>
                <a:ea typeface="ＭＳ Ｐゴシック"/>
              </a:rPr>
              <a:t>Google Sheets</a:t>
            </a:r>
            <a:endParaRPr lang="en-IN" sz="1800" b="0" u="none" strike="noStrike" dirty="0">
              <a:solidFill>
                <a:srgbClr val="000000"/>
              </a:solidFill>
              <a:effectLst/>
              <a:uFillTx/>
              <a:latin typeface="Arial"/>
            </a:endParaRPr>
          </a:p>
          <a:p>
            <a:pPr marL="285840" indent="-28584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Routes sensitive complaints and refund queries to </a:t>
            </a:r>
            <a:r>
              <a:rPr lang="en-US" sz="1800" b="1" u="none" strike="noStrike" dirty="0">
                <a:solidFill>
                  <a:schemeClr val="dk1"/>
                </a:solidFill>
                <a:effectLst/>
                <a:uFillTx/>
                <a:latin typeface="Calibri"/>
                <a:ea typeface="ＭＳ Ｐゴシック"/>
              </a:rPr>
              <a:t>human support</a:t>
            </a:r>
            <a:endParaRPr lang="en-IN" sz="1800" b="0" u="none" strike="noStrike" dirty="0">
              <a:solidFill>
                <a:srgbClr val="000000"/>
              </a:solidFill>
              <a:effectLst/>
              <a:uFillTx/>
              <a:latin typeface="Arial"/>
            </a:endParaRPr>
          </a:p>
        </p:txBody>
      </p:sp>
      <p:cxnSp>
        <p:nvCxnSpPr>
          <p:cNvPr id="94" name="Straight Connector 27"/>
          <p:cNvCxnSpPr/>
          <p:nvPr/>
        </p:nvCxnSpPr>
        <p:spPr>
          <a:xfrm>
            <a:off x="3854520" y="816120"/>
            <a:ext cx="3470760" cy="360"/>
          </a:xfrm>
          <a:prstGeom prst="straightConnector1">
            <a:avLst/>
          </a:prstGeom>
          <a:ln w="28575">
            <a:solidFill>
              <a:srgbClr val="4F81BD"/>
            </a:solidFill>
            <a:roun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3600" b="1" u="none" strike="noStrike">
                <a:solidFill>
                  <a:schemeClr val="dk2"/>
                </a:solidFill>
                <a:effectLst/>
                <a:uFillTx/>
                <a:latin typeface="Calibri"/>
                <a:ea typeface="ＭＳ Ｐゴシック"/>
              </a:rPr>
              <a:t>TECHNICAL APPROACH</a:t>
            </a:r>
            <a:endParaRPr lang="en-US" sz="3600" b="0" u="none" strike="noStrike">
              <a:solidFill>
                <a:schemeClr val="dk1"/>
              </a:solidFill>
              <a:effectLst/>
              <a:uFillTx/>
              <a:latin typeface="Calibri"/>
            </a:endParaRPr>
          </a:p>
        </p:txBody>
      </p:sp>
      <p:sp>
        <p:nvSpPr>
          <p:cNvPr id="96" name="TextBox 8"/>
          <p:cNvSpPr/>
          <p:nvPr/>
        </p:nvSpPr>
        <p:spPr>
          <a:xfrm>
            <a:off x="329760" y="1630440"/>
            <a:ext cx="6402960" cy="21542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IN" sz="2000" b="1" u="none" strike="noStrike">
                <a:solidFill>
                  <a:schemeClr val="dk2"/>
                </a:solidFill>
                <a:effectLst/>
                <a:uFillTx/>
                <a:latin typeface="Calibri"/>
                <a:ea typeface="ＭＳ Ｐゴシック"/>
              </a:rPr>
              <a:t>🔹 Technologies to be Used</a:t>
            </a:r>
            <a:endParaRPr lang="en-IN" sz="2000" b="0" u="none" strike="noStrike">
              <a:solidFill>
                <a:srgbClr val="000000"/>
              </a:solidFill>
              <a:effectLst/>
              <a:uFillTx/>
              <a:latin typeface="Arial"/>
            </a:endParaRPr>
          </a:p>
          <a:p>
            <a:pPr defTabSz="457200">
              <a:lnSpc>
                <a:spcPct val="100000"/>
              </a:lnSpc>
            </a:pPr>
            <a:endParaRPr lang="en-IN" sz="2800" b="0" u="none" strike="noStrike">
              <a:solidFill>
                <a:srgbClr val="000000"/>
              </a:solidFill>
              <a:effectLst/>
              <a:uFillTx/>
              <a:latin typeface="Arial"/>
            </a:endParaRPr>
          </a:p>
          <a:p>
            <a:pPr defTabSz="457200">
              <a:lnSpc>
                <a:spcPct val="100000"/>
              </a:lnSpc>
            </a:pPr>
            <a:endParaRPr lang="en-IN" sz="2800" b="0" u="none" strike="noStrike">
              <a:solidFill>
                <a:srgbClr val="000000"/>
              </a:solidFill>
              <a:effectLst/>
              <a:uFillTx/>
              <a:latin typeface="Arial"/>
            </a:endParaRPr>
          </a:p>
          <a:p>
            <a:pPr defTabSz="457200">
              <a:lnSpc>
                <a:spcPct val="100000"/>
              </a:lnSpc>
            </a:pPr>
            <a:br>
              <a:rPr sz="1800"/>
            </a:br>
            <a:endParaRPr lang="en-IN" sz="1800" b="0" u="none" strike="noStrike">
              <a:solidFill>
                <a:srgbClr val="000000"/>
              </a:solidFill>
              <a:effectLst/>
              <a:uFillTx/>
              <a:latin typeface="Arial"/>
            </a:endParaRPr>
          </a:p>
          <a:p>
            <a:pPr algn="just" defTabSz="457200">
              <a:lnSpc>
                <a:spcPct val="100000"/>
              </a:lnSpc>
            </a:pPr>
            <a:endParaRPr lang="en-IN" sz="2800" b="0" u="none" strike="noStrike">
              <a:solidFill>
                <a:srgbClr val="000000"/>
              </a:solidFill>
              <a:effectLst/>
              <a:uFillTx/>
              <a:latin typeface="Arial"/>
            </a:endParaRPr>
          </a:p>
        </p:txBody>
      </p:sp>
      <p:pic>
        <p:nvPicPr>
          <p:cNvPr id="98" name="Graphic 1"/>
          <p:cNvPicPr/>
          <p:nvPr/>
        </p:nvPicPr>
        <p:blipFill>
          <a:blip r:embed="rId3">
            <a:extLst>
              <a:ext uri="{96DAC541-7B7A-43D3-8B79-37D633B846F1}">
                <asvg:svgBlip xmlns:asvg="http://schemas.microsoft.com/office/drawing/2016/SVG/main" r:embed="rId4"/>
              </a:ext>
            </a:extLst>
          </a:blip>
          <a:srcRect l="20861" t="12324" r="19031" b="27985"/>
          <a:stretch/>
        </p:blipFill>
        <p:spPr>
          <a:xfrm>
            <a:off x="10972800" y="115920"/>
            <a:ext cx="1072440" cy="1064880"/>
          </a:xfrm>
          <a:prstGeom prst="rect">
            <a:avLst/>
          </a:prstGeom>
          <a:noFill/>
          <a:ln w="0">
            <a:noFill/>
          </a:ln>
        </p:spPr>
      </p:pic>
      <p:sp>
        <p:nvSpPr>
          <p:cNvPr id="99" name="Oval 2" descr="Your startup LOGO"/>
          <p:cNvSpPr/>
          <p:nvPr/>
        </p:nvSpPr>
        <p:spPr>
          <a:xfrm>
            <a:off x="329760" y="162900"/>
            <a:ext cx="1321560" cy="94320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200" b="1" u="none" strike="noStrike" dirty="0" err="1">
                <a:solidFill>
                  <a:schemeClr val="dk1"/>
                </a:solidFill>
                <a:effectLst/>
                <a:uFillTx/>
                <a:latin typeface="Calibri"/>
                <a:ea typeface="ＭＳ Ｐゴシック"/>
              </a:rPr>
              <a:t>NodeMinds</a:t>
            </a:r>
            <a:endParaRPr lang="en-IN" sz="1200" b="0" u="none" strike="noStrike" dirty="0">
              <a:solidFill>
                <a:srgbClr val="000000"/>
              </a:solidFill>
              <a:effectLst/>
              <a:uFillTx/>
              <a:latin typeface="Arial"/>
            </a:endParaRPr>
          </a:p>
        </p:txBody>
      </p:sp>
      <p:pic>
        <p:nvPicPr>
          <p:cNvPr id="100" name="Picture 8"/>
          <p:cNvPicPr/>
          <p:nvPr/>
        </p:nvPicPr>
        <p:blipFill>
          <a:blip r:embed="rId5"/>
          <a:stretch/>
        </p:blipFill>
        <p:spPr>
          <a:xfrm>
            <a:off x="6265800" y="2453760"/>
            <a:ext cx="5465160" cy="3061440"/>
          </a:xfrm>
          <a:prstGeom prst="rect">
            <a:avLst/>
          </a:prstGeom>
          <a:noFill/>
          <a:ln w="19050">
            <a:solidFill>
              <a:srgbClr val="4F81BD">
                <a:lumMod val="75000"/>
              </a:srgbClr>
            </a:solidFill>
            <a:round/>
          </a:ln>
        </p:spPr>
      </p:pic>
      <p:sp>
        <p:nvSpPr>
          <p:cNvPr id="101" name="TextBox 11"/>
          <p:cNvSpPr/>
          <p:nvPr/>
        </p:nvSpPr>
        <p:spPr>
          <a:xfrm>
            <a:off x="6044400" y="1342440"/>
            <a:ext cx="6609960" cy="67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1800" b="0" u="none" strike="noStrike">
              <a:solidFill>
                <a:srgbClr val="000000"/>
              </a:solidFill>
              <a:effectLst/>
              <a:uFillTx/>
              <a:latin typeface="Arial"/>
            </a:endParaRPr>
          </a:p>
          <a:p>
            <a:pPr defTabSz="457200">
              <a:lnSpc>
                <a:spcPct val="100000"/>
              </a:lnSpc>
            </a:pPr>
            <a:r>
              <a:rPr lang="en-IN" sz="2000" b="1" u="none" strike="noStrike">
                <a:solidFill>
                  <a:schemeClr val="dk2"/>
                </a:solidFill>
                <a:effectLst/>
                <a:uFillTx/>
                <a:latin typeface="Calibri"/>
                <a:ea typeface="ＭＳ Ｐゴシック"/>
              </a:rPr>
              <a:t>🔹 Methodology &amp; Process for Implementation</a:t>
            </a:r>
            <a:endParaRPr lang="en-IN" sz="2000" b="0" u="none" strike="noStrike">
              <a:solidFill>
                <a:srgbClr val="000000"/>
              </a:solidFill>
              <a:effectLst/>
              <a:uFillTx/>
              <a:latin typeface="Arial"/>
            </a:endParaRPr>
          </a:p>
        </p:txBody>
      </p:sp>
      <p:sp>
        <p:nvSpPr>
          <p:cNvPr id="102" name="Rectangle: Rounded Corners 3"/>
          <p:cNvSpPr/>
          <p:nvPr/>
        </p:nvSpPr>
        <p:spPr>
          <a:xfrm>
            <a:off x="473400" y="2246760"/>
            <a:ext cx="5053320" cy="128844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IN" sz="1800" b="1" u="none" strike="noStrike" dirty="0">
                <a:solidFill>
                  <a:schemeClr val="dk1"/>
                </a:solidFill>
                <a:effectLst/>
                <a:uFillTx/>
                <a:latin typeface="Calibri"/>
                <a:ea typeface="ＭＳ Ｐゴシック"/>
              </a:rPr>
              <a:t>⚙️ Automation &amp; Runtime</a:t>
            </a:r>
            <a:endParaRPr lang="en-IN" sz="1800" b="0" u="none" strike="noStrike" dirty="0">
              <a:solidFill>
                <a:srgbClr val="000000"/>
              </a:solidFill>
              <a:effectLst/>
              <a:uFillTx/>
              <a:latin typeface="Arial"/>
            </a:endParaRPr>
          </a:p>
          <a:p>
            <a:pPr marL="457200" indent="-457200" defTabSz="457200">
              <a:lnSpc>
                <a:spcPct val="100000"/>
              </a:lnSpc>
              <a:buClr>
                <a:srgbClr val="000000"/>
              </a:buClr>
              <a:buFont typeface="Arial"/>
              <a:buChar char="•"/>
            </a:pPr>
            <a:r>
              <a:rPr lang="en-IN" sz="1800" b="1" u="none" strike="noStrike" dirty="0">
                <a:solidFill>
                  <a:schemeClr val="dk1"/>
                </a:solidFill>
                <a:effectLst/>
                <a:uFillTx/>
                <a:latin typeface="Calibri"/>
                <a:ea typeface="ＭＳ Ｐゴシック"/>
              </a:rPr>
              <a:t>n8n</a:t>
            </a:r>
            <a:r>
              <a:rPr lang="en-IN" sz="1800" b="0" u="none" strike="noStrike" dirty="0">
                <a:solidFill>
                  <a:schemeClr val="dk1"/>
                </a:solidFill>
                <a:effectLst/>
                <a:uFillTx/>
                <a:latin typeface="Calibri"/>
                <a:ea typeface="ＭＳ Ｐゴシック"/>
              </a:rPr>
              <a:t> — Workflow Automation Backbone</a:t>
            </a:r>
            <a:endParaRPr lang="en-IN" sz="1800" b="0" u="none" strike="noStrike" dirty="0">
              <a:solidFill>
                <a:srgbClr val="000000"/>
              </a:solidFill>
              <a:effectLst/>
              <a:uFillTx/>
              <a:latin typeface="Arial"/>
            </a:endParaRPr>
          </a:p>
          <a:p>
            <a:pPr marL="457200" indent="-457200" defTabSz="457200">
              <a:lnSpc>
                <a:spcPct val="100000"/>
              </a:lnSpc>
              <a:buClr>
                <a:srgbClr val="000000"/>
              </a:buClr>
              <a:buFont typeface="Arial"/>
              <a:buChar char="•"/>
            </a:pPr>
            <a:r>
              <a:rPr lang="en-IN" sz="1800" b="1" u="none" strike="noStrike" dirty="0">
                <a:solidFill>
                  <a:schemeClr val="dk1"/>
                </a:solidFill>
                <a:effectLst/>
                <a:uFillTx/>
                <a:latin typeface="Calibri"/>
                <a:ea typeface="ＭＳ Ｐゴシック"/>
              </a:rPr>
              <a:t>Node.js</a:t>
            </a:r>
            <a:r>
              <a:rPr lang="en-IN" sz="1800" b="0" u="none" strike="noStrike" dirty="0">
                <a:solidFill>
                  <a:schemeClr val="dk1"/>
                </a:solidFill>
                <a:effectLst/>
                <a:uFillTx/>
                <a:latin typeface="Calibri"/>
                <a:ea typeface="ＭＳ Ｐゴシック"/>
              </a:rPr>
              <a:t> — Runtime Environment</a:t>
            </a:r>
            <a:endParaRPr lang="en-IN" sz="1800" b="0" u="none" strike="noStrike" dirty="0">
              <a:solidFill>
                <a:srgbClr val="000000"/>
              </a:solidFill>
              <a:effectLst/>
              <a:uFillTx/>
              <a:latin typeface="Arial"/>
            </a:endParaRPr>
          </a:p>
        </p:txBody>
      </p:sp>
      <p:sp>
        <p:nvSpPr>
          <p:cNvPr id="103" name="Rectangle: Rounded Corners 23"/>
          <p:cNvSpPr/>
          <p:nvPr/>
        </p:nvSpPr>
        <p:spPr>
          <a:xfrm>
            <a:off x="460800" y="4860720"/>
            <a:ext cx="5053320" cy="157752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IN" sz="1800" b="1" u="none" strike="noStrike">
                <a:solidFill>
                  <a:schemeClr val="dk1"/>
                </a:solidFill>
                <a:effectLst/>
                <a:uFillTx/>
                <a:latin typeface="Calibri"/>
                <a:ea typeface="ＭＳ Ｐゴシック"/>
              </a:rPr>
              <a:t>🔗 Integration &amp; Communication</a:t>
            </a: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 </a:t>
            </a:r>
            <a:r>
              <a:rPr lang="en-IN" sz="1800" b="1" u="none" strike="noStrike">
                <a:solidFill>
                  <a:schemeClr val="dk1"/>
                </a:solidFill>
                <a:effectLst/>
                <a:uFillTx/>
                <a:latin typeface="Calibri"/>
                <a:ea typeface="ＭＳ Ｐゴシック"/>
              </a:rPr>
              <a:t>Gmail API</a:t>
            </a:r>
            <a:r>
              <a:rPr lang="en-IN" sz="1800" b="0" u="none" strike="noStrike">
                <a:solidFill>
                  <a:schemeClr val="dk1"/>
                </a:solidFill>
                <a:effectLst/>
                <a:uFillTx/>
                <a:latin typeface="Calibri"/>
                <a:ea typeface="ＭＳ Ｐゴシック"/>
              </a:rPr>
              <a:t> — Automated Email Delivery</a:t>
            </a: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Google Sheets API</a:t>
            </a:r>
            <a:r>
              <a:rPr lang="en-IN" sz="1800" b="0" u="none" strike="noStrike">
                <a:solidFill>
                  <a:schemeClr val="dk1"/>
                </a:solidFill>
                <a:effectLst/>
                <a:uFillTx/>
                <a:latin typeface="Calibri"/>
                <a:ea typeface="ＭＳ Ｐゴシック"/>
              </a:rPr>
              <a:t> — Interaction Logging</a:t>
            </a: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Tally.so</a:t>
            </a:r>
            <a:r>
              <a:rPr lang="en-IN" sz="1800" b="0" u="none" strike="noStrike">
                <a:solidFill>
                  <a:schemeClr val="dk1"/>
                </a:solidFill>
                <a:effectLst/>
                <a:uFillTx/>
                <a:latin typeface="Calibri"/>
                <a:ea typeface="ＭＳ Ｐゴシック"/>
              </a:rPr>
              <a:t> — Customer Query Form</a:t>
            </a: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ngrok</a:t>
            </a:r>
            <a:r>
              <a:rPr lang="en-IN" sz="1800" b="0" u="none" strike="noStrike">
                <a:solidFill>
                  <a:schemeClr val="dk1"/>
                </a:solidFill>
                <a:effectLst/>
                <a:uFillTx/>
                <a:latin typeface="Calibri"/>
                <a:ea typeface="ＭＳ Ｐゴシック"/>
              </a:rPr>
              <a:t> — Public WebHook Tunnel</a:t>
            </a:r>
            <a:endParaRPr lang="en-IN" sz="1800" b="0" u="none" strike="noStrike">
              <a:solidFill>
                <a:srgbClr val="000000"/>
              </a:solidFill>
              <a:effectLst/>
              <a:uFillTx/>
              <a:latin typeface="Arial"/>
            </a:endParaRPr>
          </a:p>
        </p:txBody>
      </p:sp>
      <p:sp>
        <p:nvSpPr>
          <p:cNvPr id="104" name="TextBox 7"/>
          <p:cNvSpPr/>
          <p:nvPr/>
        </p:nvSpPr>
        <p:spPr>
          <a:xfrm>
            <a:off x="3116520" y="3080520"/>
            <a:ext cx="62326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1800" b="0" u="none" strike="noStrike">
              <a:solidFill>
                <a:schemeClr val="dk1"/>
              </a:solidFill>
              <a:effectLst/>
              <a:uFillTx/>
              <a:latin typeface="Calibri"/>
              <a:ea typeface="ＭＳ Ｐゴシック"/>
            </a:endParaRPr>
          </a:p>
        </p:txBody>
      </p:sp>
      <p:sp>
        <p:nvSpPr>
          <p:cNvPr id="105" name="Rectangle: Rounded Corners 9"/>
          <p:cNvSpPr/>
          <p:nvPr/>
        </p:nvSpPr>
        <p:spPr>
          <a:xfrm>
            <a:off x="460800" y="3640680"/>
            <a:ext cx="5053320" cy="103824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IN" sz="1800" b="1" u="none" strike="noStrike">
                <a:solidFill>
                  <a:schemeClr val="dk1"/>
                </a:solidFill>
                <a:effectLst/>
                <a:uFillTx/>
                <a:latin typeface="Calibri"/>
                <a:ea typeface="ＭＳ Ｐゴシック"/>
              </a:rPr>
              <a:t>🧠 AI Engine</a:t>
            </a: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 </a:t>
            </a:r>
            <a:r>
              <a:rPr lang="en-IN" sz="1800" b="1" u="none" strike="noStrike">
                <a:solidFill>
                  <a:schemeClr val="dk1"/>
                </a:solidFill>
                <a:effectLst/>
                <a:uFillTx/>
                <a:latin typeface="Calibri"/>
                <a:ea typeface="ＭＳ Ｐゴシック"/>
              </a:rPr>
              <a:t>Google GEMINI Model (gemini-1.5-flash)</a:t>
            </a:r>
            <a:r>
              <a:rPr lang="en-IN" sz="1800" b="0" u="none" strike="noStrike">
                <a:solidFill>
                  <a:schemeClr val="dk1"/>
                </a:solidFill>
                <a:effectLst/>
                <a:uFillTx/>
                <a:latin typeface="Calibri"/>
                <a:ea typeface="ＭＳ Ｐゴシック"/>
              </a:rPr>
              <a:t> — AI Response Generation</a:t>
            </a:r>
            <a:endParaRPr lang="en-IN" sz="1800" b="0" u="none" strike="noStrike">
              <a:solidFill>
                <a:srgbClr val="000000"/>
              </a:solidFill>
              <a:effectLst/>
              <a:uFillTx/>
              <a:latin typeface="Arial"/>
            </a:endParaRPr>
          </a:p>
        </p:txBody>
      </p:sp>
      <p:cxnSp>
        <p:nvCxnSpPr>
          <p:cNvPr id="106" name="Straight Connector 12"/>
          <p:cNvCxnSpPr/>
          <p:nvPr/>
        </p:nvCxnSpPr>
        <p:spPr>
          <a:xfrm>
            <a:off x="3700080" y="822240"/>
            <a:ext cx="4791960" cy="360"/>
          </a:xfrm>
          <a:prstGeom prst="straightConnector1">
            <a:avLst/>
          </a:prstGeom>
          <a:ln w="28575">
            <a:solidFill>
              <a:srgbClr val="4F81BD"/>
            </a:solidFill>
            <a:roun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3600" b="1" u="none" strike="noStrike" dirty="0">
                <a:solidFill>
                  <a:schemeClr val="dk2"/>
                </a:solidFill>
                <a:effectLst/>
                <a:uFillTx/>
                <a:latin typeface="Calibri"/>
                <a:ea typeface="ＭＳ Ｐゴシック"/>
              </a:rPr>
              <a:t>FEASIBILITY AND VIABILITY</a:t>
            </a:r>
            <a:endParaRPr lang="en-US" sz="3600" b="0" u="none" strike="noStrike" dirty="0">
              <a:solidFill>
                <a:schemeClr val="dk1"/>
              </a:solidFill>
              <a:effectLst/>
              <a:uFillTx/>
              <a:latin typeface="Calibri"/>
            </a:endParaRPr>
          </a:p>
        </p:txBody>
      </p:sp>
      <p:sp>
        <p:nvSpPr>
          <p:cNvPr id="108" name="PlaceHolder 2"/>
          <p:cNvSpPr>
            <a:spLocks noGrp="1"/>
          </p:cNvSpPr>
          <p:nvPr>
            <p:ph type="sldNum" idx="40"/>
          </p:nvPr>
        </p:nvSpPr>
        <p:spPr>
          <a:xfrm>
            <a:off x="8737560" y="6356520"/>
            <a:ext cx="2844360" cy="36468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u="none" strike="noStrike">
                <a:solidFill>
                  <a:srgbClr val="FFFFFF"/>
                </a:solidFill>
                <a:effectLst/>
                <a:uFillTx/>
                <a:latin typeface="Calibri"/>
                <a:ea typeface="ＭＳ Ｐゴシック"/>
              </a:defRPr>
            </a:lvl1pPr>
          </a:lstStyle>
          <a:p>
            <a:pPr indent="0" algn="r" defTabSz="457200">
              <a:lnSpc>
                <a:spcPct val="100000"/>
              </a:lnSpc>
              <a:buNone/>
              <a:tabLst>
                <a:tab pos="0" algn="l"/>
              </a:tabLst>
            </a:pPr>
            <a:fld id="{1E11F429-70CF-473F-A90D-522F3A87F4D9}" type="slidenum">
              <a:rPr lang="en-US" sz="1200" b="1" u="none" strike="noStrike">
                <a:solidFill>
                  <a:srgbClr val="FFFFFF"/>
                </a:solidFill>
                <a:effectLst/>
                <a:uFillTx/>
                <a:latin typeface="Calibri"/>
                <a:ea typeface="ＭＳ Ｐゴシック"/>
              </a:rPr>
              <a:t>5</a:t>
            </a:fld>
            <a:endParaRPr lang="en-IN" sz="1200" b="0" u="none" strike="noStrike">
              <a:solidFill>
                <a:srgbClr val="000000"/>
              </a:solidFill>
              <a:effectLst/>
              <a:uFillTx/>
              <a:latin typeface="Times New Roman"/>
            </a:endParaRPr>
          </a:p>
        </p:txBody>
      </p:sp>
      <p:pic>
        <p:nvPicPr>
          <p:cNvPr id="110" name="Graphic 1"/>
          <p:cNvPicPr/>
          <p:nvPr/>
        </p:nvPicPr>
        <p:blipFill>
          <a:blip r:embed="rId3">
            <a:extLst>
              <a:ext uri="{96DAC541-7B7A-43D3-8B79-37D633B846F1}">
                <asvg:svgBlip xmlns:asvg="http://schemas.microsoft.com/office/drawing/2016/SVG/main" r:embed="rId4"/>
              </a:ext>
            </a:extLst>
          </a:blip>
          <a:srcRect l="20861" t="12324" r="19031" b="27985"/>
          <a:stretch/>
        </p:blipFill>
        <p:spPr>
          <a:xfrm>
            <a:off x="10972800" y="115920"/>
            <a:ext cx="1072440" cy="1064880"/>
          </a:xfrm>
          <a:prstGeom prst="rect">
            <a:avLst/>
          </a:prstGeom>
          <a:noFill/>
          <a:ln w="0">
            <a:noFill/>
          </a:ln>
        </p:spPr>
      </p:pic>
      <p:sp>
        <p:nvSpPr>
          <p:cNvPr id="111" name="Oval 2" descr="Your startup LOGO"/>
          <p:cNvSpPr/>
          <p:nvPr/>
        </p:nvSpPr>
        <p:spPr>
          <a:xfrm>
            <a:off x="424260" y="115920"/>
            <a:ext cx="1321560" cy="94320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200" b="1" u="none" strike="noStrike" dirty="0" err="1">
                <a:solidFill>
                  <a:schemeClr val="dk1"/>
                </a:solidFill>
                <a:effectLst/>
                <a:uFillTx/>
                <a:latin typeface="Calibri"/>
                <a:ea typeface="ＭＳ Ｐゴシック"/>
              </a:rPr>
              <a:t>NodeMinds</a:t>
            </a:r>
            <a:endParaRPr lang="en-IN" sz="1200" b="0" u="none" strike="noStrike" dirty="0">
              <a:solidFill>
                <a:srgbClr val="000000"/>
              </a:solidFill>
              <a:effectLst/>
              <a:uFillTx/>
              <a:latin typeface="Arial"/>
            </a:endParaRPr>
          </a:p>
        </p:txBody>
      </p:sp>
      <p:sp>
        <p:nvSpPr>
          <p:cNvPr id="112" name="TextBox 13"/>
          <p:cNvSpPr/>
          <p:nvPr/>
        </p:nvSpPr>
        <p:spPr>
          <a:xfrm>
            <a:off x="6536160" y="1968120"/>
            <a:ext cx="69951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1800" b="0" u="none" strike="noStrike">
              <a:solidFill>
                <a:schemeClr val="dk1"/>
              </a:solidFill>
              <a:effectLst/>
              <a:uFillTx/>
              <a:latin typeface="Calibri"/>
              <a:ea typeface="ＭＳ Ｐゴシック"/>
            </a:endParaRPr>
          </a:p>
        </p:txBody>
      </p:sp>
      <p:sp>
        <p:nvSpPr>
          <p:cNvPr id="113" name="Rectangle: Rounded Corners 17"/>
          <p:cNvSpPr/>
          <p:nvPr/>
        </p:nvSpPr>
        <p:spPr>
          <a:xfrm>
            <a:off x="6469560" y="3988440"/>
            <a:ext cx="5238720" cy="245340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US" sz="1800" b="1" u="none" strike="noStrike">
                <a:solidFill>
                  <a:schemeClr val="dk2"/>
                </a:solidFill>
                <a:effectLst/>
                <a:uFillTx/>
                <a:latin typeface="Calibri"/>
                <a:ea typeface="ＭＳ Ｐゴシック"/>
              </a:rPr>
              <a:t>🔹 Strategies to Overcome Challenges</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Implement automatic credential refresh and reconnection mechanisms</a:t>
            </a:r>
            <a:endParaRPr lang="en-IN" sz="1800" b="0" u="none" strike="noStrike">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Add retry logic, monitoring, and backup handling workflows</a:t>
            </a:r>
            <a:endParaRPr lang="en-IN" sz="1800" b="0" u="none" strike="noStrike">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Enable human fallback with smart keyword-based routing</a:t>
            </a:r>
            <a:endParaRPr lang="en-IN" sz="1800" b="0" u="none" strike="noStrike">
              <a:solidFill>
                <a:srgbClr val="000000"/>
              </a:solidFill>
              <a:effectLst/>
              <a:uFillTx/>
              <a:latin typeface="Arial"/>
            </a:endParaRPr>
          </a:p>
        </p:txBody>
      </p:sp>
      <p:sp>
        <p:nvSpPr>
          <p:cNvPr id="114" name="Rectangle: Rounded Corners 20"/>
          <p:cNvSpPr/>
          <p:nvPr/>
        </p:nvSpPr>
        <p:spPr>
          <a:xfrm>
            <a:off x="6469560" y="1272240"/>
            <a:ext cx="5185440" cy="245340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US" sz="2000" b="1" u="none" strike="noStrike">
                <a:solidFill>
                  <a:schemeClr val="dk2"/>
                </a:solidFill>
                <a:effectLst/>
                <a:uFillTx/>
                <a:latin typeface="Calibri"/>
                <a:ea typeface="ＭＳ Ｐゴシック"/>
              </a:rPr>
              <a:t>🔹 Potential Challenges &amp; Risks</a:t>
            </a:r>
            <a:endParaRPr lang="en-IN" sz="2000" b="0" u="none" strike="noStrike">
              <a:solidFill>
                <a:srgbClr val="000000"/>
              </a:solidFill>
              <a:effectLst/>
              <a:uFillTx/>
              <a:latin typeface="Arial"/>
            </a:endParaRPr>
          </a:p>
          <a:p>
            <a:pPr defTabSz="457200">
              <a:lnSpc>
                <a:spcPct val="100000"/>
              </a:lnSpc>
            </a:pPr>
            <a:endParaRPr lang="en-IN" sz="2000" b="0" u="none" strike="noStrike">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OAuth token expiry and authentication failures</a:t>
            </a:r>
            <a:endParaRPr lang="en-IN" sz="1800" b="0" u="none" strike="noStrike">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Temporary service downtime</a:t>
            </a:r>
            <a:endParaRPr lang="en-IN" sz="1800" b="0" u="none" strike="noStrike">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Misclassification of sensitive customer queries</a:t>
            </a:r>
            <a:endParaRPr lang="en-IN" sz="1800" b="0" u="none" strike="noStrike">
              <a:solidFill>
                <a:srgbClr val="000000"/>
              </a:solidFill>
              <a:effectLst/>
              <a:uFillTx/>
              <a:latin typeface="Arial"/>
            </a:endParaRPr>
          </a:p>
        </p:txBody>
      </p:sp>
      <p:sp>
        <p:nvSpPr>
          <p:cNvPr id="115" name="Rectangle: Rounded Corners 23"/>
          <p:cNvSpPr/>
          <p:nvPr/>
        </p:nvSpPr>
        <p:spPr>
          <a:xfrm>
            <a:off x="223560" y="1231560"/>
            <a:ext cx="5973840" cy="527220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US" sz="2000" b="1" u="none" strike="noStrike" dirty="0">
                <a:solidFill>
                  <a:schemeClr val="dk2"/>
                </a:solidFill>
                <a:effectLst/>
                <a:uFillTx/>
                <a:latin typeface="Calibri"/>
                <a:ea typeface="ＭＳ Ｐゴシック"/>
              </a:rPr>
              <a:t>🔹 Analysis of Feasibility</a:t>
            </a:r>
            <a:endParaRPr lang="en-IN" sz="2000" b="0" u="none" strike="noStrike" dirty="0">
              <a:solidFill>
                <a:srgbClr val="000000"/>
              </a:solidFill>
              <a:effectLst/>
              <a:uFillTx/>
              <a:latin typeface="Arial"/>
            </a:endParaRPr>
          </a:p>
          <a:p>
            <a:pPr defTabSz="457200">
              <a:lnSpc>
                <a:spcPct val="100000"/>
              </a:lnSpc>
            </a:pPr>
            <a:endParaRPr lang="en-IN" sz="2000" b="0" u="none" strike="noStrike" dirty="0">
              <a:solidFill>
                <a:srgbClr val="000000"/>
              </a:solidFill>
              <a:effectLst/>
              <a:uFillTx/>
              <a:latin typeface="Arial"/>
            </a:endParaRPr>
          </a:p>
          <a:p>
            <a:pPr marL="538200" indent="-274680" defTabSz="457200">
              <a:lnSpc>
                <a:spcPct val="100000"/>
              </a:lnSpc>
              <a:buClr>
                <a:srgbClr val="000000"/>
              </a:buClr>
              <a:buFont typeface="Arial"/>
              <a:buChar char="•"/>
            </a:pPr>
            <a:r>
              <a:rPr lang="en-US" sz="1800" b="0" u="none" strike="noStrike" dirty="0">
                <a:solidFill>
                  <a:schemeClr val="dk1"/>
                </a:solidFill>
                <a:effectLst/>
                <a:uFillTx/>
                <a:latin typeface="Calibri"/>
                <a:ea typeface="ＭＳ Ｐゴシック"/>
              </a:rPr>
              <a:t>Built entirely using reliable, widely available cloud APIs</a:t>
            </a:r>
            <a:endParaRPr lang="en-IN" sz="1800" b="0" u="none" strike="noStrike" dirty="0">
              <a:solidFill>
                <a:srgbClr val="000000"/>
              </a:solidFill>
              <a:effectLst/>
              <a:uFillTx/>
              <a:latin typeface="Arial"/>
            </a:endParaRPr>
          </a:p>
          <a:p>
            <a:pPr marL="538200" indent="-274680" defTabSz="457200">
              <a:lnSpc>
                <a:spcPct val="100000"/>
              </a:lnSpc>
              <a:tabLst>
                <a:tab pos="0" algn="l"/>
              </a:tabLst>
            </a:pPr>
            <a:endParaRPr lang="en-IN" sz="1800" b="0" u="none" strike="noStrike" dirty="0">
              <a:solidFill>
                <a:srgbClr val="000000"/>
              </a:solidFill>
              <a:effectLst/>
              <a:uFillTx/>
              <a:latin typeface="Arial"/>
            </a:endParaRPr>
          </a:p>
          <a:p>
            <a:pPr marL="538200" indent="-274680" defTabSz="457200">
              <a:lnSpc>
                <a:spcPct val="100000"/>
              </a:lnSpc>
              <a:buClr>
                <a:srgbClr val="000000"/>
              </a:buClr>
              <a:buFont typeface="Arial"/>
              <a:buChar char="•"/>
              <a:tabLst>
                <a:tab pos="0" algn="l"/>
              </a:tabLst>
            </a:pPr>
            <a:r>
              <a:rPr lang="en-US" sz="1800" b="0" u="none" strike="noStrike" dirty="0">
                <a:solidFill>
                  <a:schemeClr val="dk1"/>
                </a:solidFill>
                <a:effectLst/>
                <a:uFillTx/>
                <a:latin typeface="Calibri"/>
                <a:ea typeface="ＭＳ Ｐゴシック"/>
              </a:rPr>
              <a:t> Developed with low-code tools requiring minimal technical overhead</a:t>
            </a:r>
            <a:endParaRPr lang="en-IN" sz="1800" b="0" u="none" strike="noStrike" dirty="0">
              <a:solidFill>
                <a:srgbClr val="000000"/>
              </a:solidFill>
              <a:effectLst/>
              <a:uFillTx/>
              <a:latin typeface="Arial"/>
            </a:endParaRPr>
          </a:p>
          <a:p>
            <a:pPr marL="538200" indent="-274680" defTabSz="457200">
              <a:lnSpc>
                <a:spcPct val="100000"/>
              </a:lnSpc>
              <a:tabLst>
                <a:tab pos="0" algn="l"/>
              </a:tabLst>
            </a:pPr>
            <a:endParaRPr lang="en-IN" sz="1800" b="0" u="none" strike="noStrike" dirty="0">
              <a:solidFill>
                <a:srgbClr val="000000"/>
              </a:solidFill>
              <a:effectLst/>
              <a:uFillTx/>
              <a:latin typeface="Arial"/>
            </a:endParaRPr>
          </a:p>
          <a:p>
            <a:pPr marL="538200" indent="-274680" defTabSz="457200">
              <a:lnSpc>
                <a:spcPct val="100000"/>
              </a:lnSpc>
              <a:buClr>
                <a:srgbClr val="000000"/>
              </a:buClr>
              <a:buFont typeface="Arial"/>
              <a:buChar char="•"/>
              <a:tabLst>
                <a:tab pos="0" algn="l"/>
              </a:tabLst>
            </a:pPr>
            <a:r>
              <a:rPr lang="en-US" sz="1800" b="0" u="none" strike="noStrike" dirty="0">
                <a:solidFill>
                  <a:schemeClr val="dk1"/>
                </a:solidFill>
                <a:effectLst/>
                <a:uFillTx/>
                <a:latin typeface="Calibri"/>
                <a:ea typeface="ＭＳ Ｐゴシック"/>
              </a:rPr>
              <a:t> Requires no expensive servers or complex infrastructure setup</a:t>
            </a:r>
            <a:endParaRPr lang="en-IN" sz="1800" b="0" u="none" strike="noStrike" dirty="0">
              <a:solidFill>
                <a:srgbClr val="000000"/>
              </a:solidFill>
              <a:effectLst/>
              <a:uFillTx/>
              <a:latin typeface="Arial"/>
            </a:endParaRPr>
          </a:p>
          <a:p>
            <a:pPr marL="538200" indent="-274680" defTabSz="457200">
              <a:lnSpc>
                <a:spcPct val="100000"/>
              </a:lnSpc>
              <a:tabLst>
                <a:tab pos="0" algn="l"/>
              </a:tabLst>
            </a:pPr>
            <a:endParaRPr lang="en-IN" sz="1800" b="0" u="none" strike="noStrike" dirty="0">
              <a:solidFill>
                <a:srgbClr val="000000"/>
              </a:solidFill>
              <a:effectLst/>
              <a:uFillTx/>
              <a:latin typeface="Arial"/>
            </a:endParaRPr>
          </a:p>
          <a:p>
            <a:pPr marL="538200" indent="-274680" defTabSz="457200">
              <a:lnSpc>
                <a:spcPct val="100000"/>
              </a:lnSpc>
              <a:buClr>
                <a:srgbClr val="000000"/>
              </a:buClr>
              <a:buFont typeface="Arial"/>
              <a:buChar char="•"/>
              <a:tabLst>
                <a:tab pos="0" algn="l"/>
              </a:tabLst>
            </a:pPr>
            <a:r>
              <a:rPr lang="en-US" sz="1800" b="0" u="none" strike="noStrike" dirty="0">
                <a:solidFill>
                  <a:schemeClr val="dk1"/>
                </a:solidFill>
                <a:effectLst/>
                <a:uFillTx/>
                <a:latin typeface="Calibri"/>
                <a:ea typeface="ＭＳ Ｐゴシック"/>
              </a:rPr>
              <a:t>Quick deployment and testing within a few hours</a:t>
            </a:r>
            <a:endParaRPr lang="en-IN" sz="1800" b="0" u="none" strike="noStrike" dirty="0">
              <a:solidFill>
                <a:srgbClr val="000000"/>
              </a:solidFill>
              <a:effectLst/>
              <a:uFillTx/>
              <a:latin typeface="Arial"/>
            </a:endParaRPr>
          </a:p>
          <a:p>
            <a:pPr marL="538200" indent="-274680" defTabSz="457200">
              <a:lnSpc>
                <a:spcPct val="100000"/>
              </a:lnSpc>
              <a:tabLst>
                <a:tab pos="0" algn="l"/>
              </a:tabLst>
            </a:pPr>
            <a:endParaRPr lang="en-IN" sz="1800" b="0" u="none" strike="noStrike" dirty="0">
              <a:solidFill>
                <a:srgbClr val="000000"/>
              </a:solidFill>
              <a:effectLst/>
              <a:uFillTx/>
              <a:latin typeface="Arial"/>
            </a:endParaRPr>
          </a:p>
          <a:p>
            <a:pPr marL="538200" indent="-274680" defTabSz="457200">
              <a:lnSpc>
                <a:spcPct val="100000"/>
              </a:lnSpc>
              <a:buClr>
                <a:srgbClr val="000000"/>
              </a:buClr>
              <a:buFont typeface="Arial"/>
              <a:buChar char="•"/>
              <a:tabLst>
                <a:tab pos="0" algn="l"/>
              </a:tabLst>
            </a:pPr>
            <a:r>
              <a:rPr lang="en-US" sz="1800" b="0" u="none" strike="noStrike" dirty="0">
                <a:solidFill>
                  <a:schemeClr val="dk1"/>
                </a:solidFill>
                <a:effectLst/>
                <a:uFillTx/>
                <a:latin typeface="Calibri"/>
                <a:ea typeface="ＭＳ Ｐゴシック"/>
              </a:rPr>
              <a:t>Easily scalable for growing businesses without major upgrades</a:t>
            </a:r>
            <a:endParaRPr lang="en-IN" sz="1800" b="0" u="none" strike="noStrike" dirty="0">
              <a:solidFill>
                <a:srgbClr val="000000"/>
              </a:solidFill>
              <a:effectLst/>
              <a:uFillTx/>
              <a:latin typeface="Arial"/>
            </a:endParaRPr>
          </a:p>
          <a:p>
            <a:pPr marL="538200" indent="-274680" defTabSz="457200">
              <a:lnSpc>
                <a:spcPct val="100000"/>
              </a:lnSpc>
              <a:tabLst>
                <a:tab pos="0" algn="l"/>
              </a:tabLst>
            </a:pPr>
            <a:endParaRPr lang="en-IN" sz="1800" b="0" u="none" strike="noStrike" dirty="0">
              <a:solidFill>
                <a:srgbClr val="000000"/>
              </a:solidFill>
              <a:effectLst/>
              <a:uFillTx/>
              <a:latin typeface="Arial"/>
            </a:endParaRPr>
          </a:p>
          <a:p>
            <a:pPr marL="538200" indent="-274680" defTabSz="457200">
              <a:lnSpc>
                <a:spcPct val="100000"/>
              </a:lnSpc>
              <a:buClr>
                <a:srgbClr val="000000"/>
              </a:buClr>
              <a:buFont typeface="Arial"/>
              <a:buChar char="•"/>
              <a:tabLst>
                <a:tab pos="0" algn="l"/>
              </a:tabLst>
            </a:pPr>
            <a:r>
              <a:rPr lang="en-US" sz="1800" b="0" u="none" strike="noStrike" dirty="0">
                <a:solidFill>
                  <a:schemeClr val="dk1"/>
                </a:solidFill>
                <a:effectLst/>
                <a:uFillTx/>
                <a:latin typeface="Calibri"/>
                <a:ea typeface="ＭＳ Ｐゴシック"/>
              </a:rPr>
              <a:t>Cost-effective solution suitable for startups and SMEs</a:t>
            </a:r>
            <a:endParaRPr lang="en-IN" sz="1800" b="0" u="none" strike="noStrike" dirty="0">
              <a:solidFill>
                <a:srgbClr val="000000"/>
              </a:solidFill>
              <a:effectLst/>
              <a:uFillTx/>
              <a:latin typeface="Arial"/>
            </a:endParaRPr>
          </a:p>
        </p:txBody>
      </p:sp>
      <p:cxnSp>
        <p:nvCxnSpPr>
          <p:cNvPr id="116" name="Straight Connector 24"/>
          <p:cNvCxnSpPr/>
          <p:nvPr/>
        </p:nvCxnSpPr>
        <p:spPr>
          <a:xfrm>
            <a:off x="3390840" y="822240"/>
            <a:ext cx="5613480" cy="360"/>
          </a:xfrm>
          <a:prstGeom prst="straightConnector1">
            <a:avLst/>
          </a:prstGeom>
          <a:ln w="28575">
            <a:solidFill>
              <a:srgbClr val="4F81BD"/>
            </a:solidFill>
            <a:roun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3600" b="1" u="none" strike="noStrike">
                <a:solidFill>
                  <a:schemeClr val="dk2"/>
                </a:solidFill>
                <a:effectLst/>
                <a:uFillTx/>
                <a:latin typeface="Calibri"/>
                <a:ea typeface="ＭＳ Ｐゴシック"/>
              </a:rPr>
              <a:t>IMPACT AND BENEFITS</a:t>
            </a:r>
            <a:endParaRPr lang="en-US" sz="3600" b="0" u="none" strike="noStrike">
              <a:solidFill>
                <a:schemeClr val="dk1"/>
              </a:solidFill>
              <a:effectLst/>
              <a:uFillTx/>
              <a:latin typeface="Calibri"/>
            </a:endParaRPr>
          </a:p>
        </p:txBody>
      </p:sp>
      <p:sp>
        <p:nvSpPr>
          <p:cNvPr id="118" name="TextBox 8"/>
          <p:cNvSpPr/>
          <p:nvPr/>
        </p:nvSpPr>
        <p:spPr>
          <a:xfrm>
            <a:off x="751680" y="1694160"/>
            <a:ext cx="5066280" cy="14461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2000" b="0" u="none" strike="noStrike">
              <a:solidFill>
                <a:srgbClr val="000000"/>
              </a:solidFill>
              <a:effectLst/>
              <a:uFillTx/>
              <a:latin typeface="Arial"/>
            </a:endParaRPr>
          </a:p>
          <a:p>
            <a:pPr defTabSz="457200">
              <a:lnSpc>
                <a:spcPct val="100000"/>
              </a:lnSpc>
            </a:pPr>
            <a:br>
              <a:rPr sz="2000"/>
            </a:br>
            <a:endParaRPr lang="en-IN" sz="2000" b="0" u="none" strike="noStrike">
              <a:solidFill>
                <a:srgbClr val="000000"/>
              </a:solidFill>
              <a:effectLst/>
              <a:uFillTx/>
              <a:latin typeface="Arial"/>
            </a:endParaRPr>
          </a:p>
          <a:p>
            <a:pPr algn="just" defTabSz="457200">
              <a:lnSpc>
                <a:spcPct val="100000"/>
              </a:lnSpc>
            </a:pPr>
            <a:endParaRPr lang="en-IN" sz="2800" b="0" u="none" strike="noStrike">
              <a:solidFill>
                <a:srgbClr val="000000"/>
              </a:solidFill>
              <a:effectLst/>
              <a:uFillTx/>
              <a:latin typeface="Arial"/>
            </a:endParaRPr>
          </a:p>
        </p:txBody>
      </p:sp>
      <p:pic>
        <p:nvPicPr>
          <p:cNvPr id="120" name="Graphic 1"/>
          <p:cNvPicPr/>
          <p:nvPr/>
        </p:nvPicPr>
        <p:blipFill>
          <a:blip r:embed="rId3">
            <a:extLst>
              <a:ext uri="{96DAC541-7B7A-43D3-8B79-37D633B846F1}">
                <asvg:svgBlip xmlns:asvg="http://schemas.microsoft.com/office/drawing/2016/SVG/main" r:embed="rId4"/>
              </a:ext>
            </a:extLst>
          </a:blip>
          <a:srcRect l="20861" t="12324" r="19031" b="27985"/>
          <a:stretch/>
        </p:blipFill>
        <p:spPr>
          <a:xfrm>
            <a:off x="10972800" y="115920"/>
            <a:ext cx="1072440" cy="1064880"/>
          </a:xfrm>
          <a:prstGeom prst="rect">
            <a:avLst/>
          </a:prstGeom>
          <a:noFill/>
          <a:ln w="0">
            <a:noFill/>
          </a:ln>
        </p:spPr>
      </p:pic>
      <p:sp>
        <p:nvSpPr>
          <p:cNvPr id="121" name="Oval 2" descr="Your startup LOGO"/>
          <p:cNvSpPr/>
          <p:nvPr/>
        </p:nvSpPr>
        <p:spPr>
          <a:xfrm>
            <a:off x="313760" y="151920"/>
            <a:ext cx="1321560" cy="94320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200" b="1" u="none" strike="noStrike">
                <a:solidFill>
                  <a:schemeClr val="dk1"/>
                </a:solidFill>
                <a:effectLst/>
                <a:uFillTx/>
                <a:latin typeface="Calibri"/>
                <a:ea typeface="ＭＳ Ｐゴシック"/>
              </a:rPr>
              <a:t>NodeMinds</a:t>
            </a:r>
            <a:endParaRPr lang="en-IN" sz="1200" b="0" u="none" strike="noStrike">
              <a:solidFill>
                <a:srgbClr val="000000"/>
              </a:solidFill>
              <a:effectLst/>
              <a:uFillTx/>
              <a:latin typeface="Arial"/>
            </a:endParaRPr>
          </a:p>
        </p:txBody>
      </p:sp>
      <p:sp>
        <p:nvSpPr>
          <p:cNvPr id="122" name="Rectangle: Rounded Corners 7"/>
          <p:cNvSpPr/>
          <p:nvPr/>
        </p:nvSpPr>
        <p:spPr>
          <a:xfrm>
            <a:off x="6240600" y="1837440"/>
            <a:ext cx="5325840" cy="409680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US" sz="2000" b="1" u="none" strike="noStrike">
                <a:solidFill>
                  <a:schemeClr val="dk2"/>
                </a:solidFill>
                <a:effectLst/>
                <a:uFillTx/>
                <a:latin typeface="Calibri"/>
                <a:ea typeface="ＭＳ Ｐゴシック"/>
              </a:rPr>
              <a:t>🔹 Benefits of the Solution</a:t>
            </a:r>
            <a:endParaRPr lang="en-IN" sz="2000" b="0" u="none" strike="noStrike">
              <a:solidFill>
                <a:srgbClr val="000000"/>
              </a:solidFill>
              <a:effectLst/>
              <a:uFillTx/>
              <a:latin typeface="Arial"/>
            </a:endParaRPr>
          </a:p>
          <a:p>
            <a:pPr defTabSz="457200">
              <a:lnSpc>
                <a:spcPct val="100000"/>
              </a:lnSpc>
            </a:pPr>
            <a:endParaRPr lang="en-IN" sz="2000" b="0" u="none" strike="noStrike">
              <a:solidFill>
                <a:srgbClr val="000000"/>
              </a:solidFill>
              <a:effectLst/>
              <a:uFillTx/>
              <a:latin typeface="Arial"/>
            </a:endParaRPr>
          </a:p>
          <a:p>
            <a:pPr marL="343080" indent="-343080" defTabSz="457200">
              <a:lnSpc>
                <a:spcPct val="100000"/>
              </a:lnSpc>
              <a:buClr>
                <a:srgbClr val="000000"/>
              </a:buClr>
              <a:buFont typeface="Wingdings" charset="2"/>
              <a:buChar char=""/>
            </a:pPr>
            <a:r>
              <a:rPr lang="en-IN" sz="1800" b="1" u="none" strike="noStrike">
                <a:solidFill>
                  <a:schemeClr val="dk1"/>
                </a:solidFill>
                <a:effectLst/>
                <a:uFillTx/>
                <a:latin typeface="Calibri"/>
                <a:ea typeface="ＭＳ Ｐゴシック"/>
              </a:rPr>
              <a:t> Social Impact</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 Enhances customer experience with faster responses</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285840" indent="-285840" defTabSz="457200">
              <a:lnSpc>
                <a:spcPct val="100000"/>
              </a:lnSpc>
              <a:buClr>
                <a:srgbClr val="000000"/>
              </a:buClr>
              <a:buFont typeface="Wingdings" charset="2"/>
              <a:buChar char=""/>
            </a:pPr>
            <a:r>
              <a:rPr lang="en-IN" sz="1800" b="1" u="none" strike="noStrike">
                <a:solidFill>
                  <a:schemeClr val="dk1"/>
                </a:solidFill>
                <a:effectLst/>
                <a:uFillTx/>
                <a:latin typeface="Calibri"/>
                <a:ea typeface="ＭＳ Ｐゴシック"/>
              </a:rPr>
              <a:t> Economic Impact</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 Reduces operational and manpower expenses</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285840" indent="-285840" defTabSz="457200">
              <a:lnSpc>
                <a:spcPct val="100000"/>
              </a:lnSpc>
              <a:buClr>
                <a:srgbClr val="000000"/>
              </a:buClr>
              <a:buFont typeface="Wingdings" charset="2"/>
              <a:buChar char=""/>
            </a:pPr>
            <a:r>
              <a:rPr lang="en-IN" sz="1800" b="1" u="none" strike="noStrike">
                <a:solidFill>
                  <a:schemeClr val="dk1"/>
                </a:solidFill>
                <a:effectLst/>
                <a:uFillTx/>
                <a:latin typeface="Calibri"/>
                <a:ea typeface="ＭＳ Ｐゴシック"/>
              </a:rPr>
              <a:t> Operational / Environmental Impact</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 Promotes paperless digital communication system</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p:txBody>
      </p:sp>
      <p:sp>
        <p:nvSpPr>
          <p:cNvPr id="123" name="Rectangle: Rounded Corners 8"/>
          <p:cNvSpPr/>
          <p:nvPr/>
        </p:nvSpPr>
        <p:spPr>
          <a:xfrm>
            <a:off x="329760" y="1910160"/>
            <a:ext cx="5488560" cy="3951720"/>
          </a:xfrm>
          <a:prstGeom prst="roundRect">
            <a:avLst>
              <a:gd name="adj" fmla="val 16667"/>
            </a:avLst>
          </a:prstGeom>
          <a:solidFill>
            <a:schemeClr val="bg1"/>
          </a:solidFill>
          <a:ln w="12700">
            <a:solidFill>
              <a:srgbClr val="4F81B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defTabSz="457200">
              <a:lnSpc>
                <a:spcPct val="100000"/>
              </a:lnSpc>
            </a:pPr>
            <a:r>
              <a:rPr lang="en-US" sz="2000" b="1" u="none" strike="noStrike">
                <a:solidFill>
                  <a:schemeClr val="dk2"/>
                </a:solidFill>
                <a:effectLst/>
                <a:uFillTx/>
                <a:latin typeface="Calibri"/>
                <a:ea typeface="ＭＳ Ｐゴシック"/>
              </a:rPr>
              <a:t>🔹 Potential Impact on the Target Audience</a:t>
            </a:r>
            <a:endParaRPr lang="en-IN" sz="2000" b="0" u="none" strike="noStrike">
              <a:solidFill>
                <a:srgbClr val="000000"/>
              </a:solidFill>
              <a:effectLst/>
              <a:uFillTx/>
              <a:latin typeface="Arial"/>
            </a:endParaRPr>
          </a:p>
          <a:p>
            <a:pPr defTabSz="457200">
              <a:lnSpc>
                <a:spcPct val="100000"/>
              </a:lnSpc>
            </a:pPr>
            <a:endParaRPr lang="en-IN" sz="20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Instant responses significantly enhance overall customer satisfaction</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Empowers small businesses with reliable 24/7 support capability</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343080" indent="-343080" defTabSz="457200">
              <a:lnSpc>
                <a:spcPct val="100000"/>
              </a:lnSpc>
              <a:buClr>
                <a:srgbClr val="000000"/>
              </a:buClr>
              <a:buFont typeface="Arial"/>
              <a:buChar char="•"/>
            </a:pPr>
            <a:r>
              <a:rPr lang="en-US" sz="1800" b="0" u="none" strike="noStrike">
                <a:solidFill>
                  <a:schemeClr val="dk1"/>
                </a:solidFill>
                <a:effectLst/>
                <a:uFillTx/>
                <a:latin typeface="Calibri"/>
                <a:ea typeface="ＭＳ Ｐゴシック"/>
              </a:rPr>
              <a:t> Builds customer trust through consistent and professional communication</a:t>
            </a:r>
            <a:endParaRPr lang="en-IN" sz="1800" b="0" u="none" strike="noStrike">
              <a:solidFill>
                <a:srgbClr val="000000"/>
              </a:solidFill>
              <a:effectLst/>
              <a:uFillTx/>
              <a:latin typeface="Arial"/>
            </a:endParaRPr>
          </a:p>
          <a:p>
            <a:pPr defTabSz="457200">
              <a:lnSpc>
                <a:spcPct val="100000"/>
              </a:lnSpc>
            </a:pPr>
            <a:endParaRPr lang="en-IN" sz="2000" b="0" u="none" strike="noStrike">
              <a:solidFill>
                <a:srgbClr val="000000"/>
              </a:solidFill>
              <a:effectLst/>
              <a:uFillTx/>
              <a:latin typeface="Arial"/>
            </a:endParaRPr>
          </a:p>
        </p:txBody>
      </p:sp>
      <p:cxnSp>
        <p:nvCxnSpPr>
          <p:cNvPr id="124" name="Straight Connector 9"/>
          <p:cNvCxnSpPr/>
          <p:nvPr/>
        </p:nvCxnSpPr>
        <p:spPr>
          <a:xfrm>
            <a:off x="3854520" y="845280"/>
            <a:ext cx="4768920" cy="360"/>
          </a:xfrm>
          <a:prstGeom prst="straightConnector1">
            <a:avLst/>
          </a:prstGeom>
          <a:ln w="28575">
            <a:solidFill>
              <a:srgbClr val="4F81BD"/>
            </a:solidFill>
            <a:roun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47520"/>
            <a:ext cx="10972440" cy="1142640"/>
          </a:xfrm>
          <a:prstGeom prst="rect">
            <a:avLst/>
          </a:prstGeom>
          <a:noFill/>
          <a:ln w="9360">
            <a:noFill/>
          </a:ln>
        </p:spPr>
        <p:txBody>
          <a:bodyPr lIns="91440" tIns="45720" rIns="91440" bIns="45720" numCol="1" spcCol="0" anchor="ctr">
            <a:noAutofit/>
          </a:bodyPr>
          <a:lstStyle/>
          <a:p>
            <a:pPr indent="0" algn="ctr" defTabSz="457200">
              <a:lnSpc>
                <a:spcPct val="100000"/>
              </a:lnSpc>
              <a:buNone/>
            </a:pPr>
            <a:r>
              <a:rPr lang="en-US" sz="3600" b="1" u="none" strike="noStrike">
                <a:solidFill>
                  <a:schemeClr val="dk2"/>
                </a:solidFill>
                <a:effectLst/>
                <a:uFillTx/>
                <a:latin typeface="Calibri"/>
                <a:ea typeface="ＭＳ Ｐゴシック"/>
              </a:rPr>
              <a:t>RESEARCH  AND REFERENCES</a:t>
            </a:r>
            <a:endParaRPr lang="en-US" sz="3600" b="0" u="none" strike="noStrike">
              <a:solidFill>
                <a:schemeClr val="dk1"/>
              </a:solidFill>
              <a:effectLst/>
              <a:uFillTx/>
              <a:latin typeface="Calibri"/>
            </a:endParaRPr>
          </a:p>
        </p:txBody>
      </p:sp>
      <p:pic>
        <p:nvPicPr>
          <p:cNvPr id="127" name="Graphic 1"/>
          <p:cNvPicPr/>
          <p:nvPr/>
        </p:nvPicPr>
        <p:blipFill>
          <a:blip r:embed="rId3">
            <a:extLst>
              <a:ext uri="{96DAC541-7B7A-43D3-8B79-37D633B846F1}">
                <asvg:svgBlip xmlns:asvg="http://schemas.microsoft.com/office/drawing/2016/SVG/main" r:embed="rId4"/>
              </a:ext>
            </a:extLst>
          </a:blip>
          <a:srcRect l="20861" t="12324" r="19031" b="27985"/>
          <a:stretch/>
        </p:blipFill>
        <p:spPr>
          <a:xfrm>
            <a:off x="10972800" y="115920"/>
            <a:ext cx="1072440" cy="1064880"/>
          </a:xfrm>
          <a:prstGeom prst="rect">
            <a:avLst/>
          </a:prstGeom>
          <a:noFill/>
          <a:ln w="0">
            <a:noFill/>
          </a:ln>
        </p:spPr>
      </p:pic>
      <p:sp>
        <p:nvSpPr>
          <p:cNvPr id="128" name="Oval 7" descr="Your startup LOGO"/>
          <p:cNvSpPr/>
          <p:nvPr/>
        </p:nvSpPr>
        <p:spPr>
          <a:xfrm>
            <a:off x="306080" y="151920"/>
            <a:ext cx="1321560" cy="94320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200" b="1" u="none" strike="noStrike">
                <a:solidFill>
                  <a:schemeClr val="dk1"/>
                </a:solidFill>
                <a:effectLst/>
                <a:uFillTx/>
                <a:latin typeface="Calibri"/>
                <a:ea typeface="ＭＳ Ｐゴシック"/>
              </a:rPr>
              <a:t>NodeMinds</a:t>
            </a:r>
            <a:endParaRPr lang="en-IN" sz="1200" b="0" u="none" strike="noStrike">
              <a:solidFill>
                <a:srgbClr val="000000"/>
              </a:solidFill>
              <a:effectLst/>
              <a:uFillTx/>
              <a:latin typeface="Arial"/>
            </a:endParaRPr>
          </a:p>
        </p:txBody>
      </p:sp>
      <p:sp>
        <p:nvSpPr>
          <p:cNvPr id="129" name="TextBox 13"/>
          <p:cNvSpPr/>
          <p:nvPr/>
        </p:nvSpPr>
        <p:spPr>
          <a:xfrm>
            <a:off x="6890760" y="5221800"/>
            <a:ext cx="4691160" cy="11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66760" indent="-26676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n8n workflow examples &amp; templates</a:t>
            </a:r>
            <a:br>
              <a:rPr sz="1800"/>
            </a:br>
            <a:r>
              <a:rPr lang="en-IN" sz="1800" b="0" u="sng" strike="noStrike">
                <a:solidFill>
                  <a:schemeClr val="dk1"/>
                </a:solidFill>
                <a:effectLst/>
                <a:uFillTx/>
                <a:latin typeface="Calibri"/>
                <a:ea typeface="ＭＳ Ｐゴシック"/>
                <a:hlinkClick r:id="rId5"/>
              </a:rPr>
              <a:t>https://n8n.io/workflows</a:t>
            </a:r>
            <a:endParaRPr lang="en-IN" sz="1800" b="0" u="none" strike="noStrike">
              <a:solidFill>
                <a:srgbClr val="000000"/>
              </a:solidFill>
              <a:effectLst/>
              <a:uFillTx/>
              <a:latin typeface="Arial"/>
            </a:endParaRPr>
          </a:p>
          <a:p>
            <a:pPr marL="266760" indent="-266760" defTabSz="457200">
              <a:lnSpc>
                <a:spcPct val="100000"/>
              </a:lnSpc>
              <a:buClr>
                <a:srgbClr val="000000"/>
              </a:buClr>
              <a:buFont typeface="Arial"/>
              <a:buChar char="•"/>
            </a:pPr>
            <a:r>
              <a:rPr lang="en-IN" sz="1800" b="0" u="none" strike="noStrike">
                <a:solidFill>
                  <a:schemeClr val="dk1"/>
                </a:solidFill>
                <a:effectLst/>
                <a:uFillTx/>
                <a:latin typeface="Calibri"/>
                <a:ea typeface="ＭＳ Ｐゴシック"/>
              </a:rPr>
              <a:t>Google API sample apps on GitHub</a:t>
            </a:r>
            <a:br>
              <a:rPr sz="1800"/>
            </a:br>
            <a:r>
              <a:rPr lang="en-IN" sz="1800" b="0" u="sng" strike="noStrike">
                <a:solidFill>
                  <a:schemeClr val="dk1"/>
                </a:solidFill>
                <a:effectLst/>
                <a:uFillTx/>
                <a:latin typeface="Calibri"/>
                <a:ea typeface="ＭＳ Ｐゴシック"/>
                <a:hlinkClick r:id="rId6"/>
              </a:rPr>
              <a:t>https://github.com/google</a:t>
            </a:r>
            <a:endParaRPr lang="en-IN" sz="1800" b="0" u="none" strike="noStrike">
              <a:solidFill>
                <a:srgbClr val="000000"/>
              </a:solidFill>
              <a:effectLst/>
              <a:uFillTx/>
              <a:latin typeface="Arial"/>
            </a:endParaRPr>
          </a:p>
        </p:txBody>
      </p:sp>
      <p:sp>
        <p:nvSpPr>
          <p:cNvPr id="130" name="TextBox 15"/>
          <p:cNvSpPr/>
          <p:nvPr/>
        </p:nvSpPr>
        <p:spPr>
          <a:xfrm>
            <a:off x="653760" y="1944000"/>
            <a:ext cx="5441760" cy="397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AI in Customer Support :  </a:t>
            </a:r>
            <a:r>
              <a:rPr lang="en-IN" sz="1800" b="0" u="none" strike="noStrike">
                <a:solidFill>
                  <a:schemeClr val="dk1"/>
                </a:solidFill>
                <a:effectLst/>
                <a:uFillTx/>
                <a:latin typeface="Calibri"/>
                <a:ea typeface="ＭＳ Ｐゴシック"/>
              </a:rPr>
              <a:t>“How AI is transforming customer service” — industry article</a:t>
            </a:r>
            <a:br>
              <a:rPr sz="1800"/>
            </a:br>
            <a:r>
              <a:rPr lang="en-IN" sz="1800" b="0" u="sng" strike="noStrike">
                <a:solidFill>
                  <a:schemeClr val="dk1"/>
                </a:solidFill>
                <a:effectLst/>
                <a:uFillTx/>
                <a:latin typeface="Calibri"/>
                <a:ea typeface="ＭＳ Ｐゴシック"/>
                <a:hlinkClick r:id="rId7"/>
              </a:rPr>
              <a:t>https://www.forbes.com/sites/forbestechcouncil/2023/01/17/how-ai-is-transforming-customer-service/</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Chatbot vs AI Support  : </a:t>
            </a:r>
            <a:r>
              <a:rPr lang="en-IN" sz="1800" b="0" u="none" strike="noStrike">
                <a:solidFill>
                  <a:schemeClr val="dk1"/>
                </a:solidFill>
                <a:effectLst/>
                <a:uFillTx/>
                <a:latin typeface="Calibri"/>
                <a:ea typeface="ＭＳ Ｐゴシック"/>
              </a:rPr>
              <a:t>Comparative analysis of rule-based vs AI-powered support bots</a:t>
            </a:r>
            <a:br>
              <a:rPr sz="1800"/>
            </a:br>
            <a:r>
              <a:rPr lang="en-IN" sz="1800" b="0" u="sng" strike="noStrike">
                <a:solidFill>
                  <a:schemeClr val="dk1"/>
                </a:solidFill>
                <a:effectLst/>
                <a:uFillTx/>
                <a:latin typeface="Calibri"/>
                <a:ea typeface="ＭＳ Ｐゴシック"/>
                <a:hlinkClick r:id="rId8"/>
              </a:rPr>
              <a:t>https://www.ibm.com/cloud/learn/chatbots-explained</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Benefits of Automated Customer Support : </a:t>
            </a:r>
            <a:r>
              <a:rPr lang="en-IN" sz="1800" b="0" u="none" strike="noStrike">
                <a:solidFill>
                  <a:schemeClr val="dk1"/>
                </a:solidFill>
                <a:effectLst/>
                <a:uFillTx/>
                <a:latin typeface="Calibri"/>
                <a:ea typeface="ＭＳ Ｐゴシック"/>
              </a:rPr>
              <a:t>Research on customer satisfaction from automated support systems</a:t>
            </a:r>
            <a:br>
              <a:rPr sz="1800"/>
            </a:br>
            <a:r>
              <a:rPr lang="en-IN" sz="1800" b="0" u="sng" strike="noStrike">
                <a:solidFill>
                  <a:schemeClr val="dk1"/>
                </a:solidFill>
                <a:effectLst/>
                <a:uFillTx/>
                <a:latin typeface="Calibri"/>
                <a:ea typeface="ＭＳ Ｐゴシック"/>
                <a:hlinkClick r:id="rId9"/>
              </a:rPr>
              <a:t>https://www.gartner.com/en/documents/3995156</a:t>
            </a:r>
            <a:endParaRPr lang="en-IN" sz="1800" b="0" u="none" strike="noStrike">
              <a:solidFill>
                <a:srgbClr val="000000"/>
              </a:solidFill>
              <a:effectLst/>
              <a:uFillTx/>
              <a:latin typeface="Arial"/>
            </a:endParaRPr>
          </a:p>
        </p:txBody>
      </p:sp>
      <p:sp>
        <p:nvSpPr>
          <p:cNvPr id="131" name="TextBox 16"/>
          <p:cNvSpPr/>
          <p:nvPr/>
        </p:nvSpPr>
        <p:spPr>
          <a:xfrm>
            <a:off x="6621480" y="1914120"/>
            <a:ext cx="5146920" cy="286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N8n : </a:t>
            </a:r>
            <a:r>
              <a:rPr lang="en-IN" sz="1800" b="0" u="none" strike="noStrike">
                <a:solidFill>
                  <a:schemeClr val="dk1"/>
                </a:solidFill>
                <a:effectLst/>
                <a:uFillTx/>
                <a:latin typeface="Calibri"/>
                <a:ea typeface="ＭＳ Ｐゴシック"/>
              </a:rPr>
              <a:t>n8n Official Docs – Workflow automation basics &amp; node configuration</a:t>
            </a:r>
            <a:br>
              <a:rPr sz="1800"/>
            </a:br>
            <a:r>
              <a:rPr lang="en-IN" sz="1800" b="0" u="sng" strike="noStrike">
                <a:solidFill>
                  <a:schemeClr val="dk1"/>
                </a:solidFill>
                <a:effectLst/>
                <a:uFillTx/>
                <a:latin typeface="Calibri"/>
                <a:ea typeface="ＭＳ Ｐゴシック"/>
                <a:hlinkClick r:id="rId10"/>
              </a:rPr>
              <a:t>https://docs.n8n.io/</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Google Gemini / Google AI Studio: </a:t>
            </a:r>
            <a:r>
              <a:rPr lang="en-IN" sz="1800" b="0" u="none" strike="noStrike">
                <a:solidFill>
                  <a:schemeClr val="dk1"/>
                </a:solidFill>
                <a:effectLst/>
                <a:uFillTx/>
                <a:latin typeface="Calibri"/>
                <a:ea typeface="ＭＳ Ｐゴシック"/>
              </a:rPr>
              <a:t>Google Gemini API &amp; model documentation</a:t>
            </a:r>
            <a:br>
              <a:rPr sz="1800"/>
            </a:br>
            <a:r>
              <a:rPr lang="en-IN" sz="1800" b="0" u="sng" strike="noStrike">
                <a:solidFill>
                  <a:schemeClr val="dk1"/>
                </a:solidFill>
                <a:effectLst/>
                <a:uFillTx/>
                <a:latin typeface="Calibri"/>
                <a:ea typeface="ＭＳ Ｐゴシック"/>
                <a:hlinkClick r:id="rId11"/>
              </a:rPr>
              <a:t>https://aistudio.google.com/app/apikey</a:t>
            </a:r>
            <a:endParaRPr lang="en-IN" sz="1800" b="0" u="none" strike="noStrike">
              <a:solidFill>
                <a:srgbClr val="000000"/>
              </a:solidFill>
              <a:effectLst/>
              <a:uFillTx/>
              <a:latin typeface="Arial"/>
            </a:endParaRPr>
          </a:p>
          <a:p>
            <a:pPr marL="285840" indent="-285840" defTabSz="457200">
              <a:lnSpc>
                <a:spcPct val="100000"/>
              </a:lnSpc>
              <a:buClr>
                <a:srgbClr val="000000"/>
              </a:buClr>
              <a:buFont typeface="Arial"/>
              <a:buChar char="•"/>
            </a:pPr>
            <a:r>
              <a:rPr lang="en-IN" sz="1800" b="1" u="none" strike="noStrike">
                <a:solidFill>
                  <a:schemeClr val="dk1"/>
                </a:solidFill>
                <a:effectLst/>
                <a:uFillTx/>
                <a:latin typeface="Calibri"/>
                <a:ea typeface="ＭＳ Ｐゴシック"/>
              </a:rPr>
              <a:t>Google Sheets API : </a:t>
            </a:r>
            <a:r>
              <a:rPr lang="en-IN" sz="1800" b="0" u="none" strike="noStrike">
                <a:solidFill>
                  <a:schemeClr val="dk1"/>
                </a:solidFill>
                <a:effectLst/>
                <a:uFillTx/>
                <a:latin typeface="Calibri"/>
                <a:ea typeface="ＭＳ Ｐゴシック"/>
              </a:rPr>
              <a:t>Google Sheets API docs &amp; examples</a:t>
            </a:r>
            <a:br>
              <a:rPr sz="1800"/>
            </a:br>
            <a:r>
              <a:rPr lang="en-IN" sz="1800" b="0" u="sng" strike="noStrike">
                <a:solidFill>
                  <a:schemeClr val="dk1"/>
                </a:solidFill>
                <a:effectLst/>
                <a:uFillTx/>
                <a:latin typeface="Calibri"/>
                <a:ea typeface="ＭＳ Ｐゴシック"/>
                <a:hlinkClick r:id="rId12"/>
              </a:rPr>
              <a:t>https://developers.google.com/sheets/api</a:t>
            </a:r>
            <a:endParaRPr lang="en-IN" sz="1800" b="0" u="none" strike="noStrike">
              <a:solidFill>
                <a:srgbClr val="000000"/>
              </a:solidFill>
              <a:effectLst/>
              <a:uFillTx/>
              <a:latin typeface="Arial"/>
            </a:endParaRPr>
          </a:p>
          <a:p>
            <a:pPr defTabSz="457200">
              <a:lnSpc>
                <a:spcPct val="100000"/>
              </a:lnSpc>
            </a:pPr>
            <a:endParaRPr lang="en-IN" sz="1800" b="0" u="none" strike="noStrike">
              <a:solidFill>
                <a:srgbClr val="000000"/>
              </a:solidFill>
              <a:effectLst/>
              <a:uFillTx/>
              <a:latin typeface="Arial"/>
            </a:endParaRPr>
          </a:p>
        </p:txBody>
      </p:sp>
      <p:sp>
        <p:nvSpPr>
          <p:cNvPr id="132" name="TextBox 18"/>
          <p:cNvSpPr/>
          <p:nvPr/>
        </p:nvSpPr>
        <p:spPr>
          <a:xfrm>
            <a:off x="6095880" y="1456920"/>
            <a:ext cx="467568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IN" sz="2000" b="1" u="none" strike="noStrike">
                <a:solidFill>
                  <a:schemeClr val="dk2"/>
                </a:solidFill>
                <a:effectLst/>
                <a:uFillTx/>
                <a:latin typeface="Calibri"/>
                <a:ea typeface="ＭＳ Ｐゴシック"/>
              </a:rPr>
              <a:t>🔹 Official Documentation &amp; APIs</a:t>
            </a:r>
            <a:endParaRPr lang="en-IN" sz="2000" b="0" u="none" strike="noStrike">
              <a:solidFill>
                <a:srgbClr val="000000"/>
              </a:solidFill>
              <a:effectLst/>
              <a:uFillTx/>
              <a:latin typeface="Arial"/>
            </a:endParaRPr>
          </a:p>
        </p:txBody>
      </p:sp>
      <p:sp>
        <p:nvSpPr>
          <p:cNvPr id="133" name="TextBox 20"/>
          <p:cNvSpPr/>
          <p:nvPr/>
        </p:nvSpPr>
        <p:spPr>
          <a:xfrm>
            <a:off x="204480" y="1494000"/>
            <a:ext cx="58910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IN" sz="2000" b="1" u="none" strike="noStrike">
                <a:solidFill>
                  <a:schemeClr val="dk2"/>
                </a:solidFill>
                <a:effectLst/>
                <a:uFillTx/>
                <a:latin typeface="Calibri"/>
                <a:ea typeface="ＭＳ Ｐゴシック"/>
              </a:rPr>
              <a:t>🔹 Research &amp; Concept References</a:t>
            </a:r>
            <a:endParaRPr lang="en-IN" sz="2000" b="0" u="none" strike="noStrike">
              <a:solidFill>
                <a:srgbClr val="000000"/>
              </a:solidFill>
              <a:effectLst/>
              <a:uFillTx/>
              <a:latin typeface="Arial"/>
            </a:endParaRPr>
          </a:p>
        </p:txBody>
      </p:sp>
      <p:sp>
        <p:nvSpPr>
          <p:cNvPr id="134" name="TextBox 22"/>
          <p:cNvSpPr/>
          <p:nvPr/>
        </p:nvSpPr>
        <p:spPr>
          <a:xfrm>
            <a:off x="6250320" y="4455720"/>
            <a:ext cx="6492960" cy="67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IN" sz="1800" b="0" u="none" strike="noStrike">
              <a:solidFill>
                <a:srgbClr val="000000"/>
              </a:solidFill>
              <a:effectLst/>
              <a:uFillTx/>
              <a:latin typeface="Arial"/>
            </a:endParaRPr>
          </a:p>
          <a:p>
            <a:pPr defTabSz="457200">
              <a:lnSpc>
                <a:spcPct val="100000"/>
              </a:lnSpc>
            </a:pPr>
            <a:r>
              <a:rPr lang="en-IN" sz="2000" b="1" u="none" strike="noStrike">
                <a:solidFill>
                  <a:schemeClr val="dk2"/>
                </a:solidFill>
                <a:effectLst/>
                <a:uFillTx/>
                <a:latin typeface="Calibri"/>
                <a:ea typeface="ＭＳ Ｐゴシック"/>
              </a:rPr>
              <a:t>🔹 Example Workflows &amp; Integrations (Community)</a:t>
            </a:r>
            <a:endParaRPr lang="en-IN" sz="2000" b="0" u="none" strike="noStrike">
              <a:solidFill>
                <a:srgbClr val="000000"/>
              </a:solidFill>
              <a:effectLst/>
              <a:uFillTx/>
              <a:latin typeface="Arial"/>
            </a:endParaRPr>
          </a:p>
        </p:txBody>
      </p:sp>
      <p:cxnSp>
        <p:nvCxnSpPr>
          <p:cNvPr id="135" name="Straight Connector 23"/>
          <p:cNvCxnSpPr/>
          <p:nvPr/>
        </p:nvCxnSpPr>
        <p:spPr>
          <a:xfrm>
            <a:off x="2984760" y="845280"/>
            <a:ext cx="6389640" cy="360"/>
          </a:xfrm>
          <a:prstGeom prst="straightConnector1">
            <a:avLst/>
          </a:prstGeom>
          <a:ln w="28575">
            <a:solidFill>
              <a:srgbClr val="4F81BD"/>
            </a:solidFill>
            <a:round/>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7659</TotalTime>
  <Words>703</Words>
  <Application>Microsoft Office PowerPoint</Application>
  <PresentationFormat>Widescreen</PresentationFormat>
  <Paragraphs>120</Paragraphs>
  <Slides>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ＭＳ Ｐゴシック</vt:lpstr>
      <vt:lpstr>Arial</vt:lpstr>
      <vt:lpstr>Calibri</vt:lpstr>
      <vt:lpstr>Garamond</vt:lpstr>
      <vt:lpstr>Symbol</vt:lpstr>
      <vt:lpstr>Times New Roman</vt:lpstr>
      <vt:lpstr>TradeGothic</vt:lpstr>
      <vt:lpstr>Wingdings</vt:lpstr>
      <vt:lpstr>Office Theme</vt:lpstr>
      <vt:lpstr>PANDORA HACKATHON 2026</vt:lpstr>
      <vt:lpstr>PowerPoint Presentation</vt:lpstr>
      <vt:lpstr>PowerPoint Presentation</vt:lpstr>
      <vt:lpstr>TECHNICAL APPROACH</vt:lpstr>
      <vt:lpstr>FEASIBILITY AND VIABILITY</vt:lpstr>
      <vt:lpstr>IMPACT AND BENEFITS</vt:lpstr>
      <vt:lpstr>RESEARCH  AND REFERENCES</vt:lpstr>
    </vt:vector>
  </TitlesOfParts>
  <Company>Crowdfunder,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dc:description/>
  <cp:lastModifiedBy>Alina Pathan</cp:lastModifiedBy>
  <cp:revision>155</cp:revision>
  <dcterms:created xsi:type="dcterms:W3CDTF">2013-12-12T18:46:50Z</dcterms:created>
  <dcterms:modified xsi:type="dcterms:W3CDTF">2026-02-28T05:35:49Z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Widescreen</vt:lpwstr>
  </property>
  <property fmtid="{D5CDD505-2E9C-101B-9397-08002B2CF9AE}" pid="4" name="Slides">
    <vt:i4>6</vt:i4>
  </property>
</Properties>
</file>